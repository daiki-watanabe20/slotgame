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0"/>
  </p:notesMasterIdLst>
  <p:sldIdLst>
    <p:sldId id="256" r:id="rId5"/>
    <p:sldId id="257" r:id="rId6"/>
    <p:sldId id="262" r:id="rId7"/>
    <p:sldId id="263" r:id="rId8"/>
    <p:sldId id="264" r:id="rId9"/>
    <p:sldId id="269" r:id="rId10"/>
    <p:sldId id="267" r:id="rId11"/>
    <p:sldId id="261" r:id="rId12"/>
    <p:sldId id="259" r:id="rId13"/>
    <p:sldId id="270" r:id="rId14"/>
    <p:sldId id="271" r:id="rId15"/>
    <p:sldId id="260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発表資料" id="{E4D25590-8D53-4344-B44E-976065090E4D}">
          <p14:sldIdLst>
            <p14:sldId id="256"/>
            <p14:sldId id="257"/>
            <p14:sldId id="262"/>
            <p14:sldId id="263"/>
            <p14:sldId id="264"/>
            <p14:sldId id="269"/>
            <p14:sldId id="267"/>
            <p14:sldId id="261"/>
            <p14:sldId id="259"/>
            <p14:sldId id="270"/>
            <p14:sldId id="271"/>
            <p14:sldId id="260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8E38D11-517A-126D-68FB-7C85D67BB3B4}" name="渡部 大貴 (Daiki Watanabe)" initials="大渡" userId="S::da-watanabe@brexa.com::b041efcb-787a-4b5f-8496-5b4c662a96c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915490-6066-471A-9D01-8C883E56C678}" v="6" dt="2025-05-01T07:47:00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2662" autoAdjust="0"/>
  </p:normalViewPr>
  <p:slideViewPr>
    <p:cSldViewPr snapToGrid="0">
      <p:cViewPr varScale="1">
        <p:scale>
          <a:sx n="54" d="100"/>
          <a:sy n="54" d="100"/>
        </p:scale>
        <p:origin x="10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楢本　孝輔" userId="cd0f601e-07f6-46ba-b3d8-d7704a4d0135" providerId="ADAL" clId="{7C915490-6066-471A-9D01-8C883E56C678}"/>
    <pc:docChg chg="undo custSel addSld delSld modSld sldOrd delSection modSection">
      <pc:chgData name="楢本　孝輔" userId="cd0f601e-07f6-46ba-b3d8-d7704a4d0135" providerId="ADAL" clId="{7C915490-6066-471A-9D01-8C883E56C678}" dt="2025-05-01T07:47:20.576" v="2903" actId="6549"/>
      <pc:docMkLst>
        <pc:docMk/>
      </pc:docMkLst>
      <pc:sldChg chg="delSp modSp mod">
        <pc:chgData name="楢本　孝輔" userId="cd0f601e-07f6-46ba-b3d8-d7704a4d0135" providerId="ADAL" clId="{7C915490-6066-471A-9D01-8C883E56C678}" dt="2025-05-01T07:46:24.848" v="2889" actId="6549"/>
        <pc:sldMkLst>
          <pc:docMk/>
          <pc:sldMk cId="2428339109" sldId="256"/>
        </pc:sldMkLst>
        <pc:spChg chg="mod">
          <ac:chgData name="楢本　孝輔" userId="cd0f601e-07f6-46ba-b3d8-d7704a4d0135" providerId="ADAL" clId="{7C915490-6066-471A-9D01-8C883E56C678}" dt="2025-05-01T07:46:24.848" v="2889" actId="6549"/>
          <ac:spMkLst>
            <pc:docMk/>
            <pc:sldMk cId="2428339109" sldId="256"/>
            <ac:spMk id="2" creationId="{9A34DC41-1588-CD82-6195-C056EE93578F}"/>
          </ac:spMkLst>
        </pc:spChg>
        <pc:spChg chg="del mod">
          <ac:chgData name="楢本　孝輔" userId="cd0f601e-07f6-46ba-b3d8-d7704a4d0135" providerId="ADAL" clId="{7C915490-6066-471A-9D01-8C883E56C678}" dt="2025-05-01T07:46:19.707" v="2875" actId="478"/>
          <ac:spMkLst>
            <pc:docMk/>
            <pc:sldMk cId="2428339109" sldId="256"/>
            <ac:spMk id="4" creationId="{075F0F4D-FCF4-3DF6-3A92-069F3C0DE2C4}"/>
          </ac:spMkLst>
        </pc:spChg>
      </pc:sldChg>
      <pc:sldChg chg="delSp modSp mod">
        <pc:chgData name="楢本　孝輔" userId="cd0f601e-07f6-46ba-b3d8-d7704a4d0135" providerId="ADAL" clId="{7C915490-6066-471A-9D01-8C883E56C678}" dt="2025-05-01T07:47:20.576" v="2903" actId="6549"/>
        <pc:sldMkLst>
          <pc:docMk/>
          <pc:sldMk cId="1079133502" sldId="257"/>
        </pc:sldMkLst>
        <pc:spChg chg="mod">
          <ac:chgData name="楢本　孝輔" userId="cd0f601e-07f6-46ba-b3d8-d7704a4d0135" providerId="ADAL" clId="{7C915490-6066-471A-9D01-8C883E56C678}" dt="2025-05-01T07:47:20.576" v="2903" actId="6549"/>
          <ac:spMkLst>
            <pc:docMk/>
            <pc:sldMk cId="1079133502" sldId="257"/>
            <ac:spMk id="3" creationId="{891B7B1B-CA8F-C557-5B93-D691F91480EB}"/>
          </ac:spMkLst>
        </pc:spChg>
        <pc:spChg chg="del">
          <ac:chgData name="楢本　孝輔" userId="cd0f601e-07f6-46ba-b3d8-d7704a4d0135" providerId="ADAL" clId="{7C915490-6066-471A-9D01-8C883E56C678}" dt="2025-04-30T06:00:24.949" v="2547" actId="21"/>
          <ac:spMkLst>
            <pc:docMk/>
            <pc:sldMk cId="1079133502" sldId="257"/>
            <ac:spMk id="4" creationId="{CAA7AF35-76A5-1691-895E-7786FA263975}"/>
          </ac:spMkLst>
        </pc:spChg>
        <pc:spChg chg="del mod">
          <ac:chgData name="楢本　孝輔" userId="cd0f601e-07f6-46ba-b3d8-d7704a4d0135" providerId="ADAL" clId="{7C915490-6066-471A-9D01-8C883E56C678}" dt="2025-05-01T07:46:31.639" v="2891" actId="478"/>
          <ac:spMkLst>
            <pc:docMk/>
            <pc:sldMk cId="1079133502" sldId="257"/>
            <ac:spMk id="5" creationId="{B634611E-42B3-1BF6-C909-C9CFA1F127BD}"/>
          </ac:spMkLst>
        </pc:spChg>
      </pc:sldChg>
      <pc:sldChg chg="addSp delSp modSp mod">
        <pc:chgData name="楢本　孝輔" userId="cd0f601e-07f6-46ba-b3d8-d7704a4d0135" providerId="ADAL" clId="{7C915490-6066-471A-9D01-8C883E56C678}" dt="2025-05-01T07:47:00.465" v="2900"/>
        <pc:sldMkLst>
          <pc:docMk/>
          <pc:sldMk cId="1602083018" sldId="259"/>
        </pc:sldMkLst>
        <pc:spChg chg="del mod">
          <ac:chgData name="楢本　孝輔" userId="cd0f601e-07f6-46ba-b3d8-d7704a4d0135" providerId="ADAL" clId="{7C915490-6066-471A-9D01-8C883E56C678}" dt="2025-05-01T07:46:59.993" v="2899" actId="478"/>
          <ac:spMkLst>
            <pc:docMk/>
            <pc:sldMk cId="1602083018" sldId="259"/>
            <ac:spMk id="3" creationId="{BF10F503-E4BA-8386-2B66-EB1EA752EC02}"/>
          </ac:spMkLst>
        </pc:spChg>
        <pc:spChg chg="del">
          <ac:chgData name="楢本　孝輔" userId="cd0f601e-07f6-46ba-b3d8-d7704a4d0135" providerId="ADAL" clId="{7C915490-6066-471A-9D01-8C883E56C678}" dt="2025-05-01T07:46:50.318" v="2896" actId="478"/>
          <ac:spMkLst>
            <pc:docMk/>
            <pc:sldMk cId="1602083018" sldId="259"/>
            <ac:spMk id="4" creationId="{04695C8E-568B-C5B8-EFA7-09ECEE8EECC1}"/>
          </ac:spMkLst>
        </pc:spChg>
        <pc:spChg chg="add mod">
          <ac:chgData name="楢本　孝輔" userId="cd0f601e-07f6-46ba-b3d8-d7704a4d0135" providerId="ADAL" clId="{7C915490-6066-471A-9D01-8C883E56C678}" dt="2025-05-01T07:47:00.465" v="2900"/>
          <ac:spMkLst>
            <pc:docMk/>
            <pc:sldMk cId="1602083018" sldId="259"/>
            <ac:spMk id="5" creationId="{05D593DD-198F-498F-7A6E-BCBC2D5C658D}"/>
          </ac:spMkLst>
        </pc:spChg>
        <pc:picChg chg="add del mod">
          <ac:chgData name="楢本　孝輔" userId="cd0f601e-07f6-46ba-b3d8-d7704a4d0135" providerId="ADAL" clId="{7C915490-6066-471A-9D01-8C883E56C678}" dt="2025-04-23T14:38:51.601" v="1484" actId="21"/>
          <ac:picMkLst>
            <pc:docMk/>
            <pc:sldMk cId="1602083018" sldId="259"/>
            <ac:picMk id="6" creationId="{E0E7D755-6CAB-A43A-6E53-6C1787EFE85C}"/>
          </ac:picMkLst>
        </pc:picChg>
      </pc:sldChg>
      <pc:sldChg chg="delSp modSp mod">
        <pc:chgData name="楢本　孝輔" userId="cd0f601e-07f6-46ba-b3d8-d7704a4d0135" providerId="ADAL" clId="{7C915490-6066-471A-9D01-8C883E56C678}" dt="2025-05-01T07:46:54.838" v="2898" actId="6549"/>
        <pc:sldMkLst>
          <pc:docMk/>
          <pc:sldMk cId="985848302" sldId="260"/>
        </pc:sldMkLst>
        <pc:spChg chg="mod">
          <ac:chgData name="楢本　孝輔" userId="cd0f601e-07f6-46ba-b3d8-d7704a4d0135" providerId="ADAL" clId="{7C915490-6066-471A-9D01-8C883E56C678}" dt="2025-05-01T07:46:54.838" v="2898" actId="6549"/>
          <ac:spMkLst>
            <pc:docMk/>
            <pc:sldMk cId="985848302" sldId="260"/>
            <ac:spMk id="3" creationId="{8026CDD0-B004-77B9-28AB-5CF722881D8C}"/>
          </ac:spMkLst>
        </pc:spChg>
        <pc:spChg chg="del">
          <ac:chgData name="楢本　孝輔" userId="cd0f601e-07f6-46ba-b3d8-d7704a4d0135" providerId="ADAL" clId="{7C915490-6066-471A-9D01-8C883E56C678}" dt="2025-05-01T07:46:52.678" v="2897" actId="478"/>
          <ac:spMkLst>
            <pc:docMk/>
            <pc:sldMk cId="985848302" sldId="260"/>
            <ac:spMk id="4" creationId="{2B5472D5-E6EF-DA37-3FA2-314FFE1EB5F9}"/>
          </ac:spMkLst>
        </pc:spChg>
      </pc:sldChg>
      <pc:sldChg chg="addSp delSp modSp mod">
        <pc:chgData name="楢本　孝輔" userId="cd0f601e-07f6-46ba-b3d8-d7704a4d0135" providerId="ADAL" clId="{7C915490-6066-471A-9D01-8C883E56C678}" dt="2025-05-01T07:46:41.573" v="2894" actId="478"/>
        <pc:sldMkLst>
          <pc:docMk/>
          <pc:sldMk cId="1184234932" sldId="261"/>
        </pc:sldMkLst>
        <pc:spChg chg="del mod">
          <ac:chgData name="楢本　孝輔" userId="cd0f601e-07f6-46ba-b3d8-d7704a4d0135" providerId="ADAL" clId="{7C915490-6066-471A-9D01-8C883E56C678}" dt="2025-05-01T07:46:41.573" v="2894" actId="478"/>
          <ac:spMkLst>
            <pc:docMk/>
            <pc:sldMk cId="1184234932" sldId="261"/>
            <ac:spMk id="4" creationId="{8B4570AC-08C2-5DFF-EFA7-2CA3E3A5FDA7}"/>
          </ac:spMkLst>
        </pc:spChg>
        <pc:picChg chg="add del mod">
          <ac:chgData name="楢本　孝輔" userId="cd0f601e-07f6-46ba-b3d8-d7704a4d0135" providerId="ADAL" clId="{7C915490-6066-471A-9D01-8C883E56C678}" dt="2025-05-01T07:46:41.573" v="2894" actId="478"/>
          <ac:picMkLst>
            <pc:docMk/>
            <pc:sldMk cId="1184234932" sldId="261"/>
            <ac:picMk id="6" creationId="{E0E7D755-6CAB-A43A-6E53-6C1787EFE85C}"/>
          </ac:picMkLst>
        </pc:picChg>
      </pc:sldChg>
      <pc:sldChg chg="modSp del mod">
        <pc:chgData name="楢本　孝輔" userId="cd0f601e-07f6-46ba-b3d8-d7704a4d0135" providerId="ADAL" clId="{7C915490-6066-471A-9D01-8C883E56C678}" dt="2025-05-01T07:46:08.190" v="2873" actId="18676"/>
        <pc:sldMkLst>
          <pc:docMk/>
          <pc:sldMk cId="2169295164" sldId="262"/>
        </pc:sldMkLst>
        <pc:spChg chg="mod">
          <ac:chgData name="楢本　孝輔" userId="cd0f601e-07f6-46ba-b3d8-d7704a4d0135" providerId="ADAL" clId="{7C915490-6066-471A-9D01-8C883E56C678}" dt="2025-04-30T05:49:38.518" v="2218" actId="20577"/>
          <ac:spMkLst>
            <pc:docMk/>
            <pc:sldMk cId="2169295164" sldId="262"/>
            <ac:spMk id="2" creationId="{CE12B324-28C8-2878-FFDD-4961FA2F0813}"/>
          </ac:spMkLst>
        </pc:spChg>
        <pc:spChg chg="mod">
          <ac:chgData name="楢本　孝輔" userId="cd0f601e-07f6-46ba-b3d8-d7704a4d0135" providerId="ADAL" clId="{7C915490-6066-471A-9D01-8C883E56C678}" dt="2025-04-30T05:57:01.300" v="2519" actId="404"/>
          <ac:spMkLst>
            <pc:docMk/>
            <pc:sldMk cId="2169295164" sldId="262"/>
            <ac:spMk id="3" creationId="{45C278CC-DF79-3A10-A520-96D1478C2C0D}"/>
          </ac:spMkLst>
        </pc:spChg>
      </pc:sldChg>
      <pc:sldChg chg="delSp modSp mod">
        <pc:chgData name="楢本　孝輔" userId="cd0f601e-07f6-46ba-b3d8-d7704a4d0135" providerId="ADAL" clId="{7C915490-6066-471A-9D01-8C883E56C678}" dt="2025-05-01T07:47:09.376" v="2902" actId="20577"/>
        <pc:sldMkLst>
          <pc:docMk/>
          <pc:sldMk cId="725065701" sldId="263"/>
        </pc:sldMkLst>
        <pc:spChg chg="mod">
          <ac:chgData name="楢本　孝輔" userId="cd0f601e-07f6-46ba-b3d8-d7704a4d0135" providerId="ADAL" clId="{7C915490-6066-471A-9D01-8C883E56C678}" dt="2025-04-23T14:13:40.221" v="1306" actId="6549"/>
          <ac:spMkLst>
            <pc:docMk/>
            <pc:sldMk cId="725065701" sldId="263"/>
            <ac:spMk id="2" creationId="{1540F866-F39D-F34B-C66D-A138B05B5AF8}"/>
          </ac:spMkLst>
        </pc:spChg>
        <pc:spChg chg="mod">
          <ac:chgData name="楢本　孝輔" userId="cd0f601e-07f6-46ba-b3d8-d7704a4d0135" providerId="ADAL" clId="{7C915490-6066-471A-9D01-8C883E56C678}" dt="2025-05-01T07:47:09.376" v="2902" actId="20577"/>
          <ac:spMkLst>
            <pc:docMk/>
            <pc:sldMk cId="725065701" sldId="263"/>
            <ac:spMk id="5" creationId="{BD6727FD-0319-D53F-E185-499261BDBA3D}"/>
          </ac:spMkLst>
        </pc:spChg>
        <pc:spChg chg="del">
          <ac:chgData name="楢本　孝輔" userId="cd0f601e-07f6-46ba-b3d8-d7704a4d0135" providerId="ADAL" clId="{7C915490-6066-471A-9D01-8C883E56C678}" dt="2025-04-23T14:13:48.015" v="1309" actId="478"/>
          <ac:spMkLst>
            <pc:docMk/>
            <pc:sldMk cId="725065701" sldId="263"/>
            <ac:spMk id="7" creationId="{C78D0CD0-8D8F-C6A5-35E0-BBE4FAFDE9DB}"/>
          </ac:spMkLst>
        </pc:spChg>
        <pc:spChg chg="del mod">
          <ac:chgData name="楢本　孝輔" userId="cd0f601e-07f6-46ba-b3d8-d7704a4d0135" providerId="ADAL" clId="{7C915490-6066-471A-9D01-8C883E56C678}" dt="2025-04-23T14:13:45.307" v="1308" actId="478"/>
          <ac:spMkLst>
            <pc:docMk/>
            <pc:sldMk cId="725065701" sldId="263"/>
            <ac:spMk id="17" creationId="{E33F6144-7C40-E428-EA7D-B7619DF825EC}"/>
          </ac:spMkLst>
        </pc:spChg>
      </pc:sldChg>
      <pc:sldChg chg="addSp delSp modSp mod">
        <pc:chgData name="楢本　孝輔" userId="cd0f601e-07f6-46ba-b3d8-d7704a4d0135" providerId="ADAL" clId="{7C915490-6066-471A-9D01-8C883E56C678}" dt="2025-05-01T07:47:06.700" v="2901" actId="20577"/>
        <pc:sldMkLst>
          <pc:docMk/>
          <pc:sldMk cId="3912595429" sldId="264"/>
        </pc:sldMkLst>
        <pc:spChg chg="mod">
          <ac:chgData name="楢本　孝輔" userId="cd0f601e-07f6-46ba-b3d8-d7704a4d0135" providerId="ADAL" clId="{7C915490-6066-471A-9D01-8C883E56C678}" dt="2025-04-23T14:14:05.174" v="1318" actId="6549"/>
          <ac:spMkLst>
            <pc:docMk/>
            <pc:sldMk cId="3912595429" sldId="264"/>
            <ac:spMk id="2" creationId="{1540F866-F39D-F34B-C66D-A138B05B5AF8}"/>
          </ac:spMkLst>
        </pc:spChg>
        <pc:spChg chg="del">
          <ac:chgData name="楢本　孝輔" userId="cd0f601e-07f6-46ba-b3d8-d7704a4d0135" providerId="ADAL" clId="{7C915490-6066-471A-9D01-8C883E56C678}" dt="2025-04-23T14:13:54.946" v="1310" actId="478"/>
          <ac:spMkLst>
            <pc:docMk/>
            <pc:sldMk cId="3912595429" sldId="264"/>
            <ac:spMk id="3" creationId="{B4483D89-3144-DD9D-E2CC-F9650A146876}"/>
          </ac:spMkLst>
        </pc:spChg>
        <pc:spChg chg="add del mod">
          <ac:chgData name="楢本　孝輔" userId="cd0f601e-07f6-46ba-b3d8-d7704a4d0135" providerId="ADAL" clId="{7C915490-6066-471A-9D01-8C883E56C678}" dt="2025-05-01T07:46:35.585" v="2892" actId="478"/>
          <ac:spMkLst>
            <pc:docMk/>
            <pc:sldMk cId="3912595429" sldId="264"/>
            <ac:spMk id="4" creationId="{CAA7AF35-76A5-1691-895E-7786FA263975}"/>
          </ac:spMkLst>
        </pc:spChg>
        <pc:spChg chg="mod">
          <ac:chgData name="楢本　孝輔" userId="cd0f601e-07f6-46ba-b3d8-d7704a4d0135" providerId="ADAL" clId="{7C915490-6066-471A-9D01-8C883E56C678}" dt="2025-05-01T07:47:06.700" v="2901" actId="20577"/>
          <ac:spMkLst>
            <pc:docMk/>
            <pc:sldMk cId="3912595429" sldId="264"/>
            <ac:spMk id="5" creationId="{BD6727FD-0319-D53F-E185-499261BDBA3D}"/>
          </ac:spMkLst>
        </pc:spChg>
        <pc:spChg chg="del">
          <ac:chgData name="楢本　孝輔" userId="cd0f601e-07f6-46ba-b3d8-d7704a4d0135" providerId="ADAL" clId="{7C915490-6066-471A-9D01-8C883E56C678}" dt="2025-04-23T14:13:57.406" v="1311" actId="478"/>
          <ac:spMkLst>
            <pc:docMk/>
            <pc:sldMk cId="3912595429" sldId="264"/>
            <ac:spMk id="7" creationId="{C78D0CD0-8D8F-C6A5-35E0-BBE4FAFDE9DB}"/>
          </ac:spMkLst>
        </pc:spChg>
      </pc:sldChg>
      <pc:sldChg chg="addSp modSp del mod">
        <pc:chgData name="楢本　孝輔" userId="cd0f601e-07f6-46ba-b3d8-d7704a4d0135" providerId="ADAL" clId="{7C915490-6066-471A-9D01-8C883E56C678}" dt="2025-05-01T07:46:08.190" v="2873" actId="18676"/>
        <pc:sldMkLst>
          <pc:docMk/>
          <pc:sldMk cId="3181752937" sldId="265"/>
        </pc:sldMkLst>
        <pc:spChg chg="mod">
          <ac:chgData name="楢本　孝輔" userId="cd0f601e-07f6-46ba-b3d8-d7704a4d0135" providerId="ADAL" clId="{7C915490-6066-471A-9D01-8C883E56C678}" dt="2025-04-25T04:03:30.277" v="1889" actId="20577"/>
          <ac:spMkLst>
            <pc:docMk/>
            <pc:sldMk cId="3181752937" sldId="265"/>
            <ac:spMk id="3" creationId="{F8C4753A-9D3A-A4B2-149D-032E8997E415}"/>
          </ac:spMkLst>
        </pc:spChg>
        <pc:spChg chg="add mod">
          <ac:chgData name="楢本　孝輔" userId="cd0f601e-07f6-46ba-b3d8-d7704a4d0135" providerId="ADAL" clId="{7C915490-6066-471A-9D01-8C883E56C678}" dt="2025-04-30T05:47:00.470" v="2206" actId="1076"/>
          <ac:spMkLst>
            <pc:docMk/>
            <pc:sldMk cId="3181752937" sldId="265"/>
            <ac:spMk id="4" creationId="{4B1F9314-4BD8-7EB7-A2D6-3F726905EF77}"/>
          </ac:spMkLst>
        </pc:spChg>
      </pc:sldChg>
      <pc:sldChg chg="modSp del mod">
        <pc:chgData name="楢本　孝輔" userId="cd0f601e-07f6-46ba-b3d8-d7704a4d0135" providerId="ADAL" clId="{7C915490-6066-471A-9D01-8C883E56C678}" dt="2025-05-01T07:46:08.190" v="2873" actId="18676"/>
        <pc:sldMkLst>
          <pc:docMk/>
          <pc:sldMk cId="3393536685" sldId="266"/>
        </pc:sldMkLst>
        <pc:spChg chg="mod">
          <ac:chgData name="楢本　孝輔" userId="cd0f601e-07f6-46ba-b3d8-d7704a4d0135" providerId="ADAL" clId="{7C915490-6066-471A-9D01-8C883E56C678}" dt="2025-04-23T14:06:08.004" v="1120" actId="6549"/>
          <ac:spMkLst>
            <pc:docMk/>
            <pc:sldMk cId="3393536685" sldId="266"/>
            <ac:spMk id="2" creationId="{276ECAE3-9840-03A3-7602-9A06CB88264E}"/>
          </ac:spMkLst>
        </pc:spChg>
        <pc:spChg chg="mod">
          <ac:chgData name="楢本　孝輔" userId="cd0f601e-07f6-46ba-b3d8-d7704a4d0135" providerId="ADAL" clId="{7C915490-6066-471A-9D01-8C883E56C678}" dt="2025-04-30T05:57:18.232" v="2520" actId="403"/>
          <ac:spMkLst>
            <pc:docMk/>
            <pc:sldMk cId="3393536685" sldId="266"/>
            <ac:spMk id="3" creationId="{439E423D-60E0-806C-09D4-A9FF2385050F}"/>
          </ac:spMkLst>
        </pc:spChg>
      </pc:sldChg>
      <pc:sldChg chg="delSp modSp mod">
        <pc:chgData name="楢本　孝輔" userId="cd0f601e-07f6-46ba-b3d8-d7704a4d0135" providerId="ADAL" clId="{7C915490-6066-471A-9D01-8C883E56C678}" dt="2025-05-01T07:46:37.933" v="2893" actId="478"/>
        <pc:sldMkLst>
          <pc:docMk/>
          <pc:sldMk cId="3992473608" sldId="267"/>
        </pc:sldMkLst>
        <pc:spChg chg="del mod">
          <ac:chgData name="楢本　孝輔" userId="cd0f601e-07f6-46ba-b3d8-d7704a4d0135" providerId="ADAL" clId="{7C915490-6066-471A-9D01-8C883E56C678}" dt="2025-05-01T07:46:37.933" v="2893" actId="478"/>
          <ac:spMkLst>
            <pc:docMk/>
            <pc:sldMk cId="3992473608" sldId="267"/>
            <ac:spMk id="5" creationId="{BD085627-6452-002A-1339-F99204520206}"/>
          </ac:spMkLst>
        </pc:spChg>
        <pc:graphicFrameChg chg="mod modGraphic">
          <ac:chgData name="楢本　孝輔" userId="cd0f601e-07f6-46ba-b3d8-d7704a4d0135" providerId="ADAL" clId="{7C915490-6066-471A-9D01-8C883E56C678}" dt="2025-04-30T05:58:15.899" v="2546" actId="20577"/>
          <ac:graphicFrameMkLst>
            <pc:docMk/>
            <pc:sldMk cId="3992473608" sldId="267"/>
            <ac:graphicFrameMk id="4" creationId="{5DBB0CF2-A0EF-7A4C-4A66-C280812337A6}"/>
          </ac:graphicFrameMkLst>
        </pc:graphicFrameChg>
      </pc:sldChg>
      <pc:sldChg chg="modSp del mod">
        <pc:chgData name="楢本　孝輔" userId="cd0f601e-07f6-46ba-b3d8-d7704a4d0135" providerId="ADAL" clId="{7C915490-6066-471A-9D01-8C883E56C678}" dt="2025-05-01T07:46:08.190" v="2873" actId="18676"/>
        <pc:sldMkLst>
          <pc:docMk/>
          <pc:sldMk cId="66726357" sldId="268"/>
        </pc:sldMkLst>
        <pc:spChg chg="mod">
          <ac:chgData name="楢本　孝輔" userId="cd0f601e-07f6-46ba-b3d8-d7704a4d0135" providerId="ADAL" clId="{7C915490-6066-471A-9D01-8C883E56C678}" dt="2025-04-30T05:55:20.147" v="2506" actId="403"/>
          <ac:spMkLst>
            <pc:docMk/>
            <pc:sldMk cId="66726357" sldId="268"/>
            <ac:spMk id="3" creationId="{D8FCB96B-8ED8-390F-7CB8-263463985FF1}"/>
          </ac:spMkLst>
        </pc:spChg>
      </pc:sldChg>
      <pc:sldChg chg="modSp new del mod ord">
        <pc:chgData name="楢本　孝輔" userId="cd0f601e-07f6-46ba-b3d8-d7704a4d0135" providerId="ADAL" clId="{7C915490-6066-471A-9D01-8C883E56C678}" dt="2025-04-23T14:06:04.856" v="1117" actId="47"/>
        <pc:sldMkLst>
          <pc:docMk/>
          <pc:sldMk cId="2799624638" sldId="269"/>
        </pc:sldMkLst>
        <pc:spChg chg="mod">
          <ac:chgData name="楢本　孝輔" userId="cd0f601e-07f6-46ba-b3d8-d7704a4d0135" providerId="ADAL" clId="{7C915490-6066-471A-9D01-8C883E56C678}" dt="2025-04-23T14:05:40.631" v="1116" actId="20577"/>
          <ac:spMkLst>
            <pc:docMk/>
            <pc:sldMk cId="2799624638" sldId="269"/>
            <ac:spMk id="2" creationId="{6AE76E43-1F7C-1970-8BD2-759399E75E73}"/>
          </ac:spMkLst>
        </pc:spChg>
      </pc:sldChg>
      <pc:sldChg chg="modSp add del mod ord modShow modNotesTx">
        <pc:chgData name="楢本　孝輔" userId="cd0f601e-07f6-46ba-b3d8-d7704a4d0135" providerId="ADAL" clId="{7C915490-6066-471A-9D01-8C883E56C678}" dt="2025-05-01T07:46:08.190" v="2873" actId="18676"/>
        <pc:sldMkLst>
          <pc:docMk/>
          <pc:sldMk cId="3719207814" sldId="269"/>
        </pc:sldMkLst>
        <pc:spChg chg="mod">
          <ac:chgData name="楢本　孝輔" userId="cd0f601e-07f6-46ba-b3d8-d7704a4d0135" providerId="ADAL" clId="{7C915490-6066-471A-9D01-8C883E56C678}" dt="2025-04-30T05:56:50.053" v="2517" actId="403"/>
          <ac:spMkLst>
            <pc:docMk/>
            <pc:sldMk cId="3719207814" sldId="269"/>
            <ac:spMk id="3" creationId="{45C278CC-DF79-3A10-A520-96D1478C2C0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74152E-C545-4C58-BB0D-14BA2861EA80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CCD8F7-064A-43F6-8C7E-5FEFD80C70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907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While</a:t>
            </a:r>
            <a:r>
              <a:rPr kumimoji="1" lang="ja-JP" altLang="en-US" dirty="0"/>
              <a:t>　アルゴリズム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CCD8F7-064A-43F6-8C7E-5FEFD80C709F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1541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CCD8F7-064A-43F6-8C7E-5FEFD80C709F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9642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84986-9C98-F72D-10FA-3781B489C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1983427-691F-CFC3-85B7-8C5A2B8769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D9FE37-A522-6294-9196-1B621DD91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B90F5B-E880-F7BB-1DA9-4C3194140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CCD8F7-064A-43F6-8C7E-5FEFD80C709F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8938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F35ED-F103-2DE3-1CA1-CE01DE5D2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1A2312A-5085-623F-D2C8-3A6DE762D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1798228-20F5-1B86-6D56-3412104BD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763EED3-68E8-7F7F-91BD-C96B18084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CCD8F7-064A-43F6-8C7E-5FEFD80C709F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3317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78795F6-AA96-45AD-AC8E-33894D7E4B76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422F3E0-4B8F-43BE-A80A-9CFA9B45378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728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832" y="403775"/>
            <a:ext cx="11266337" cy="793829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832" y="1438390"/>
            <a:ext cx="11266337" cy="4968000"/>
          </a:xfrm>
        </p:spPr>
        <p:txBody>
          <a:bodyPr>
            <a:normAutofit/>
          </a:bodyPr>
          <a:lstStyle>
            <a:lvl1pPr>
              <a:defRPr sz="3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32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sz="2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24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24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95F6-AA96-45AD-AC8E-33894D7E4B76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2F3E0-4B8F-43BE-A80A-9CFA9B45378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7F70A19-0570-B641-5237-508159101A6F}"/>
              </a:ext>
            </a:extLst>
          </p:cNvPr>
          <p:cNvCxnSpPr>
            <a:cxnSpLocks/>
          </p:cNvCxnSpPr>
          <p:nvPr userDrawn="1"/>
        </p:nvCxnSpPr>
        <p:spPr>
          <a:xfrm>
            <a:off x="462000" y="1126484"/>
            <a:ext cx="1126800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589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95F6-AA96-45AD-AC8E-33894D7E4B76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2F3E0-4B8F-43BE-A80A-9CFA9B45378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591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95F6-AA96-45AD-AC8E-33894D7E4B76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2F3E0-4B8F-43BE-A80A-9CFA9B4537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4460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95F6-AA96-45AD-AC8E-33894D7E4B76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2F3E0-4B8F-43BE-A80A-9CFA9B4537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6748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95F6-AA96-45AD-AC8E-33894D7E4B76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2F3E0-4B8F-43BE-A80A-9CFA9B4537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230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95F6-AA96-45AD-AC8E-33894D7E4B76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2F3E0-4B8F-43BE-A80A-9CFA9B4537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8513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95F6-AA96-45AD-AC8E-33894D7E4B76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2F3E0-4B8F-43BE-A80A-9CFA9B4537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7104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95F6-AA96-45AD-AC8E-33894D7E4B76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2F3E0-4B8F-43BE-A80A-9CFA9B4537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781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95F6-AA96-45AD-AC8E-33894D7E4B76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2F3E0-4B8F-43BE-A80A-9CFA9B4537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9102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95F6-AA96-45AD-AC8E-33894D7E4B76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2F3E0-4B8F-43BE-A80A-9CFA9B4537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7621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950" y="506232"/>
            <a:ext cx="11266337" cy="6387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950" y="1343769"/>
            <a:ext cx="11266337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A78795F6-AA96-45AD-AC8E-33894D7E4B76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422F3E0-4B8F-43BE-A80A-9CFA9B4537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1616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34DC41-1588-CD82-6195-C056EE9357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スロットゲーム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7D3828-DFD0-2E8C-3022-92B14149B7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氏名　</a:t>
            </a:r>
            <a:r>
              <a:rPr kumimoji="1" lang="en-US" altLang="ja-JP" dirty="0"/>
              <a:t>Daiki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28339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5E95CA-AB79-9A21-2C70-2D2463F63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仕様（ルール）</a:t>
            </a:r>
            <a:r>
              <a:rPr lang="en-US" altLang="ja-JP" dirty="0"/>
              <a:t>※windows</a:t>
            </a:r>
            <a:r>
              <a:rPr lang="ja-JP" altLang="en-US" dirty="0"/>
              <a:t>のみ対応かも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1B7B1B-CA8F-C557-5B93-D691F9148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 dirty="0"/>
              <a:t>縦</a:t>
            </a:r>
            <a:r>
              <a:rPr kumimoji="1" lang="en-US" altLang="ja-JP" dirty="0"/>
              <a:t>3x</a:t>
            </a:r>
            <a:r>
              <a:rPr kumimoji="1" lang="ja-JP" altLang="en-US" dirty="0"/>
              <a:t>横</a:t>
            </a:r>
            <a:r>
              <a:rPr kumimoji="1" lang="en-US" altLang="ja-JP" dirty="0"/>
              <a:t>3</a:t>
            </a:r>
            <a:r>
              <a:rPr kumimoji="1" lang="ja-JP" altLang="en-US" dirty="0"/>
              <a:t>のスロットゲーム</a:t>
            </a:r>
            <a:endParaRPr kumimoji="1" lang="en-US" altLang="ja-JP" dirty="0"/>
          </a:p>
          <a:p>
            <a:r>
              <a:rPr lang="ja-JP" altLang="en-US" dirty="0"/>
              <a:t>プレイヤーは初期画面で</a:t>
            </a:r>
            <a:r>
              <a:rPr lang="en-US" altLang="ja-JP" dirty="0"/>
              <a:t>(S)</a:t>
            </a:r>
            <a:r>
              <a:rPr lang="ja-JP" altLang="en-US" dirty="0"/>
              <a:t>回す</a:t>
            </a:r>
            <a:r>
              <a:rPr lang="en-US" altLang="ja-JP" dirty="0"/>
              <a:t>/(F)</a:t>
            </a:r>
            <a:r>
              <a:rPr lang="ja-JP" altLang="en-US" dirty="0"/>
              <a:t>終わるを選択する</a:t>
            </a:r>
            <a:endParaRPr lang="en-US" altLang="ja-JP" dirty="0"/>
          </a:p>
          <a:p>
            <a:r>
              <a:rPr lang="ja-JP" altLang="en-US" dirty="0"/>
              <a:t>あなたは最初に所持金を</a:t>
            </a:r>
            <a:r>
              <a:rPr lang="en-US" altLang="ja-JP" dirty="0"/>
              <a:t>10000</a:t>
            </a:r>
            <a:r>
              <a:rPr lang="ja-JP" altLang="en-US" dirty="0"/>
              <a:t>円持っている</a:t>
            </a:r>
            <a:endParaRPr lang="en-US" altLang="ja-JP" dirty="0"/>
          </a:p>
          <a:p>
            <a:r>
              <a:rPr lang="en-US" altLang="ja-JP" dirty="0"/>
              <a:t>(S)</a:t>
            </a:r>
            <a:r>
              <a:rPr lang="ja-JP" altLang="en-US" dirty="0"/>
              <a:t>回すと</a:t>
            </a:r>
            <a:r>
              <a:rPr lang="en-US" altLang="ja-JP" dirty="0"/>
              <a:t>100</a:t>
            </a:r>
            <a:r>
              <a:rPr lang="ja-JP" altLang="en-US" dirty="0"/>
              <a:t>円消費され、スロットのリールが動くので</a:t>
            </a:r>
            <a:r>
              <a:rPr lang="en-US" altLang="ja-JP" dirty="0"/>
              <a:t>(1)(2)(3)</a:t>
            </a:r>
            <a:r>
              <a:rPr lang="ja-JP" altLang="en-US" dirty="0"/>
              <a:t>を押して止める</a:t>
            </a:r>
            <a:endParaRPr lang="en-US" altLang="ja-JP" dirty="0"/>
          </a:p>
          <a:p>
            <a:r>
              <a:rPr kumimoji="1" lang="ja-JP" altLang="en-US" dirty="0"/>
              <a:t>数字と記号がそろえば当たり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1~6</a:t>
            </a:r>
            <a:r>
              <a:rPr lang="ja-JP" altLang="en-US" dirty="0"/>
              <a:t>は</a:t>
            </a:r>
            <a:r>
              <a:rPr lang="en-US" altLang="ja-JP" dirty="0"/>
              <a:t>+1000</a:t>
            </a:r>
            <a:r>
              <a:rPr lang="ja-JP" altLang="en-US" dirty="0"/>
              <a:t>円、</a:t>
            </a:r>
            <a:r>
              <a:rPr lang="en-US" altLang="ja-JP" dirty="0"/>
              <a:t>8~9</a:t>
            </a:r>
            <a:r>
              <a:rPr lang="ja-JP" altLang="en-US" dirty="0"/>
              <a:t>は</a:t>
            </a:r>
            <a:r>
              <a:rPr lang="en-US" altLang="ja-JP" dirty="0"/>
              <a:t>+3000</a:t>
            </a:r>
            <a:r>
              <a:rPr lang="ja-JP" altLang="en-US" dirty="0"/>
              <a:t>円、</a:t>
            </a:r>
            <a:r>
              <a:rPr lang="en-US" altLang="ja-JP" dirty="0"/>
              <a:t>7</a:t>
            </a:r>
            <a:r>
              <a:rPr lang="ja-JP" altLang="en-US" dirty="0"/>
              <a:t>は</a:t>
            </a:r>
            <a:r>
              <a:rPr lang="en-US" altLang="ja-JP" dirty="0"/>
              <a:t>+10000</a:t>
            </a:r>
            <a:r>
              <a:rPr lang="ja-JP" altLang="en-US" dirty="0"/>
              <a:t>円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?</a:t>
            </a:r>
            <a:r>
              <a:rPr lang="ja-JP" altLang="en-US" dirty="0"/>
              <a:t>は揃う確率を増やしてくれる、☆は全ての数字</a:t>
            </a:r>
            <a:r>
              <a:rPr lang="en-US" altLang="ja-JP" dirty="0"/>
              <a:t>/</a:t>
            </a:r>
            <a:r>
              <a:rPr lang="ja-JP" altLang="en-US" dirty="0"/>
              <a:t>記号になる</a:t>
            </a:r>
            <a:r>
              <a:rPr lang="en-US" altLang="ja-JP" dirty="0"/>
              <a:t>(</a:t>
            </a:r>
            <a:r>
              <a:rPr lang="ja-JP" altLang="en-US" dirty="0"/>
              <a:t>ワイルドカード</a:t>
            </a:r>
            <a:r>
              <a:rPr lang="en-US" altLang="ja-JP" dirty="0"/>
              <a:t>)</a:t>
            </a:r>
          </a:p>
          <a:p>
            <a:pPr marL="0" indent="0">
              <a:buNone/>
            </a:pPr>
            <a:r>
              <a:rPr lang="ja-JP" altLang="en-US" dirty="0"/>
              <a:t>所持金が</a:t>
            </a:r>
            <a:r>
              <a:rPr lang="en-US" altLang="ja-JP" dirty="0"/>
              <a:t>0</a:t>
            </a:r>
            <a:r>
              <a:rPr lang="ja-JP" altLang="en-US" dirty="0"/>
              <a:t>円になるとゲームオーバー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79133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1674B6-A81A-5EFF-56A1-E6177EBEE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処理 3">
            <a:extLst>
              <a:ext uri="{FF2B5EF4-FFF2-40B4-BE49-F238E27FC236}">
                <a16:creationId xmlns:a16="http://schemas.microsoft.com/office/drawing/2014/main" id="{0CE2C9F7-0EBA-8E33-9179-D1C526EEF180}"/>
              </a:ext>
            </a:extLst>
          </p:cNvPr>
          <p:cNvSpPr/>
          <p:nvPr/>
        </p:nvSpPr>
        <p:spPr>
          <a:xfrm>
            <a:off x="4621054" y="97947"/>
            <a:ext cx="2448338" cy="604783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現在の所持金表示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（</a:t>
            </a:r>
            <a:r>
              <a:rPr kumimoji="1" lang="en-US" altLang="ja-JP" sz="1200" dirty="0">
                <a:solidFill>
                  <a:schemeClr val="tx1"/>
                </a:solidFill>
              </a:rPr>
              <a:t>S</a:t>
            </a:r>
            <a:r>
              <a:rPr kumimoji="1" lang="ja-JP" altLang="en-US" sz="1200" dirty="0">
                <a:solidFill>
                  <a:schemeClr val="tx1"/>
                </a:solidFill>
              </a:rPr>
              <a:t>）スタート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(F)</a:t>
            </a:r>
            <a:r>
              <a:rPr lang="ja-JP" altLang="en-US" sz="1200" dirty="0">
                <a:solidFill>
                  <a:schemeClr val="tx1"/>
                </a:solidFill>
              </a:rPr>
              <a:t>終わる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5" name="フローチャート: 処理 4">
            <a:extLst>
              <a:ext uri="{FF2B5EF4-FFF2-40B4-BE49-F238E27FC236}">
                <a16:creationId xmlns:a16="http://schemas.microsoft.com/office/drawing/2014/main" id="{6B483556-DC70-886F-1431-C0C03A979B9A}"/>
              </a:ext>
            </a:extLst>
          </p:cNvPr>
          <p:cNvSpPr/>
          <p:nvPr/>
        </p:nvSpPr>
        <p:spPr>
          <a:xfrm>
            <a:off x="4748978" y="6282813"/>
            <a:ext cx="2005784" cy="352022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プログラム終了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F6117604-863F-B25D-8FB2-ABA15FCE9768}"/>
              </a:ext>
            </a:extLst>
          </p:cNvPr>
          <p:cNvSpPr/>
          <p:nvPr/>
        </p:nvSpPr>
        <p:spPr>
          <a:xfrm>
            <a:off x="4630991" y="1417448"/>
            <a:ext cx="2438401" cy="497192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(1)(2)(3)</a:t>
            </a:r>
            <a:r>
              <a:rPr kumimoji="1" lang="ja-JP" altLang="en-US" sz="1400" dirty="0">
                <a:solidFill>
                  <a:schemeClr val="tx1"/>
                </a:solidFill>
              </a:rPr>
              <a:t>を押してください</a:t>
            </a:r>
            <a:endParaRPr kumimoji="1"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467C6305-82FF-0D50-0E98-1807F900C9E1}"/>
              </a:ext>
            </a:extLst>
          </p:cNvPr>
          <p:cNvSpPr/>
          <p:nvPr/>
        </p:nvSpPr>
        <p:spPr>
          <a:xfrm>
            <a:off x="4629065" y="974624"/>
            <a:ext cx="2438401" cy="295467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所持金</a:t>
            </a:r>
            <a:r>
              <a:rPr kumimoji="1" lang="en-US" altLang="ja-JP" sz="1600" dirty="0">
                <a:solidFill>
                  <a:schemeClr val="tx1"/>
                </a:solidFill>
              </a:rPr>
              <a:t>-100</a:t>
            </a:r>
            <a:r>
              <a:rPr kumimoji="1" lang="ja-JP" altLang="en-US" sz="1600" dirty="0">
                <a:solidFill>
                  <a:schemeClr val="tx1"/>
                </a:solidFill>
              </a:rPr>
              <a:t>円</a:t>
            </a:r>
            <a:endParaRPr kumimoji="1"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8" name="フローチャート: 処理 7">
            <a:extLst>
              <a:ext uri="{FF2B5EF4-FFF2-40B4-BE49-F238E27FC236}">
                <a16:creationId xmlns:a16="http://schemas.microsoft.com/office/drawing/2014/main" id="{F477051C-2654-2C0B-4100-4B1854144378}"/>
              </a:ext>
            </a:extLst>
          </p:cNvPr>
          <p:cNvSpPr/>
          <p:nvPr/>
        </p:nvSpPr>
        <p:spPr>
          <a:xfrm>
            <a:off x="4517929" y="2499457"/>
            <a:ext cx="2652240" cy="960999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dirty="0">
                <a:solidFill>
                  <a:schemeClr val="tx1"/>
                </a:solidFill>
              </a:rPr>
              <a:t>[0][1][2] </a:t>
            </a:r>
            <a:r>
              <a:rPr lang="ja-JP" altLang="en-US" sz="1600" dirty="0">
                <a:solidFill>
                  <a:schemeClr val="tx1"/>
                </a:solidFill>
              </a:rPr>
              <a:t>数字と記号が止まる</a:t>
            </a:r>
            <a:endParaRPr lang="en-US" altLang="ja-JP" sz="1600" dirty="0">
              <a:solidFill>
                <a:schemeClr val="tx1"/>
              </a:solidFill>
            </a:endParaRPr>
          </a:p>
          <a:p>
            <a:r>
              <a:rPr lang="en-US" altLang="ja-JP" sz="1400" dirty="0">
                <a:solidFill>
                  <a:schemeClr val="tx1"/>
                </a:solidFill>
              </a:rPr>
              <a:t>[0][1][2]</a:t>
            </a:r>
          </a:p>
          <a:p>
            <a:r>
              <a:rPr lang="en-US" altLang="ja-JP" sz="1400" dirty="0">
                <a:solidFill>
                  <a:schemeClr val="tx1"/>
                </a:solidFill>
              </a:rPr>
              <a:t>[0][1][2]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92404B1-45BD-6204-303F-C3F613A76D53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5845223" y="702730"/>
            <a:ext cx="3043" cy="2718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71F854A9-F7E6-44C8-422D-03CA129EAB13}"/>
              </a:ext>
            </a:extLst>
          </p:cNvPr>
          <p:cNvCxnSpPr>
            <a:cxnSpLocks/>
            <a:stCxn id="8" idx="2"/>
            <a:endCxn id="52" idx="0"/>
          </p:cNvCxnSpPr>
          <p:nvPr/>
        </p:nvCxnSpPr>
        <p:spPr>
          <a:xfrm flipH="1">
            <a:off x="5840360" y="3460456"/>
            <a:ext cx="3689" cy="1435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CB28AAEE-B953-5AAB-B4CF-D21560EBEA18}"/>
              </a:ext>
            </a:extLst>
          </p:cNvPr>
          <p:cNvCxnSpPr>
            <a:cxnSpLocks/>
            <a:stCxn id="45" idx="4"/>
            <a:endCxn id="8" idx="0"/>
          </p:cNvCxnSpPr>
          <p:nvPr/>
        </p:nvCxnSpPr>
        <p:spPr>
          <a:xfrm flipH="1">
            <a:off x="5844049" y="2414578"/>
            <a:ext cx="6142" cy="848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3C2B3351-C2AE-1062-DE2B-999E95EC0F0F}"/>
              </a:ext>
            </a:extLst>
          </p:cNvPr>
          <p:cNvCxnSpPr>
            <a:cxnSpLocks/>
            <a:stCxn id="6" idx="2"/>
            <a:endCxn id="45" idx="1"/>
          </p:cNvCxnSpPr>
          <p:nvPr/>
        </p:nvCxnSpPr>
        <p:spPr>
          <a:xfrm flipH="1">
            <a:off x="5850191" y="1914640"/>
            <a:ext cx="1" cy="1306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831DB4E1-1460-00C3-6AD9-54D97CF12458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>
            <a:off x="5848266" y="1270091"/>
            <a:ext cx="1926" cy="147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B224C597-B3F6-A69E-D80A-1FD5DD5A69F3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5751870" y="400339"/>
            <a:ext cx="1317522" cy="5882474"/>
          </a:xfrm>
          <a:prstGeom prst="bentConnector4">
            <a:avLst>
              <a:gd name="adj1" fmla="val -294963"/>
              <a:gd name="adj2" fmla="val 9616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D6E2E69-9612-7CDE-6B5A-DD68F8FB7381}"/>
              </a:ext>
            </a:extLst>
          </p:cNvPr>
          <p:cNvSpPr txBox="1"/>
          <p:nvPr/>
        </p:nvSpPr>
        <p:spPr>
          <a:xfrm>
            <a:off x="7028836" y="64477"/>
            <a:ext cx="408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F</a:t>
            </a:r>
            <a:endParaRPr kumimoji="1" lang="ja-JP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8EF5012-9801-5958-03F3-07DE9FEA43D1}"/>
              </a:ext>
            </a:extLst>
          </p:cNvPr>
          <p:cNvSpPr txBox="1"/>
          <p:nvPr/>
        </p:nvSpPr>
        <p:spPr>
          <a:xfrm>
            <a:off x="5863596" y="667604"/>
            <a:ext cx="390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S</a:t>
            </a:r>
            <a:endParaRPr kumimoji="1" lang="ja-JP" altLang="en-US" dirty="0"/>
          </a:p>
        </p:txBody>
      </p:sp>
      <p:sp>
        <p:nvSpPr>
          <p:cNvPr id="45" name="フローチャート: データ 44">
            <a:extLst>
              <a:ext uri="{FF2B5EF4-FFF2-40B4-BE49-F238E27FC236}">
                <a16:creationId xmlns:a16="http://schemas.microsoft.com/office/drawing/2014/main" id="{02B2A66A-9F4A-3B77-96B0-2F8212ADF736}"/>
              </a:ext>
            </a:extLst>
          </p:cNvPr>
          <p:cNvSpPr/>
          <p:nvPr/>
        </p:nvSpPr>
        <p:spPr>
          <a:xfrm>
            <a:off x="4591661" y="2045245"/>
            <a:ext cx="2517059" cy="369333"/>
          </a:xfrm>
          <a:prstGeom prst="flowChartInputOutp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‘1’,’2’,’3’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52" name="フローチャート: 判断 51">
            <a:extLst>
              <a:ext uri="{FF2B5EF4-FFF2-40B4-BE49-F238E27FC236}">
                <a16:creationId xmlns:a16="http://schemas.microsoft.com/office/drawing/2014/main" id="{0F5E5C64-0DB0-B630-DB3F-4CE3BFD0AC9D}"/>
              </a:ext>
            </a:extLst>
          </p:cNvPr>
          <p:cNvSpPr/>
          <p:nvPr/>
        </p:nvSpPr>
        <p:spPr>
          <a:xfrm>
            <a:off x="4549879" y="3603962"/>
            <a:ext cx="2580962" cy="708168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ysClr val="windowText" lastClr="000000"/>
                </a:solidFill>
              </a:rPr>
              <a:t>数字が揃っているか？</a:t>
            </a:r>
            <a:endParaRPr kumimoji="1" lang="ja-JP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57" name="フローチャート: 処理 56">
            <a:extLst>
              <a:ext uri="{FF2B5EF4-FFF2-40B4-BE49-F238E27FC236}">
                <a16:creationId xmlns:a16="http://schemas.microsoft.com/office/drawing/2014/main" id="{3EC636CE-04A7-5B63-DD70-1E92C7E09B08}"/>
              </a:ext>
            </a:extLst>
          </p:cNvPr>
          <p:cNvSpPr/>
          <p:nvPr/>
        </p:nvSpPr>
        <p:spPr>
          <a:xfrm>
            <a:off x="7897757" y="3736202"/>
            <a:ext cx="1125794" cy="455717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残念！</a:t>
            </a:r>
            <a:r>
              <a:rPr kumimoji="1" lang="en-US" altLang="ja-JP" sz="1400" dirty="0" err="1">
                <a:solidFill>
                  <a:schemeClr val="tx1"/>
                </a:solidFill>
              </a:rPr>
              <a:t>cnt</a:t>
            </a:r>
            <a:r>
              <a:rPr kumimoji="1" lang="en-US" altLang="ja-JP" sz="1400" dirty="0">
                <a:solidFill>
                  <a:schemeClr val="tx1"/>
                </a:solidFill>
              </a:rPr>
              <a:t>++</a:t>
            </a:r>
          </a:p>
        </p:txBody>
      </p: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C0DFC91D-4F62-C4CB-DCCA-336A48A13293}"/>
              </a:ext>
            </a:extLst>
          </p:cNvPr>
          <p:cNvCxnSpPr>
            <a:cxnSpLocks/>
            <a:stCxn id="52" idx="3"/>
            <a:endCxn id="57" idx="1"/>
          </p:cNvCxnSpPr>
          <p:nvPr/>
        </p:nvCxnSpPr>
        <p:spPr>
          <a:xfrm>
            <a:off x="7130841" y="3958046"/>
            <a:ext cx="766916" cy="60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フローチャート: 処理 67">
            <a:extLst>
              <a:ext uri="{FF2B5EF4-FFF2-40B4-BE49-F238E27FC236}">
                <a16:creationId xmlns:a16="http://schemas.microsoft.com/office/drawing/2014/main" id="{D022FB23-AAEC-7D99-E3D6-BE6CB29FA5C7}"/>
              </a:ext>
            </a:extLst>
          </p:cNvPr>
          <p:cNvSpPr/>
          <p:nvPr/>
        </p:nvSpPr>
        <p:spPr>
          <a:xfrm>
            <a:off x="4638369" y="4602768"/>
            <a:ext cx="2392928" cy="665991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当たり</a:t>
            </a:r>
            <a:r>
              <a:rPr lang="en-US" altLang="ja-JP" sz="1600" dirty="0">
                <a:solidFill>
                  <a:schemeClr val="tx1"/>
                </a:solidFill>
              </a:rPr>
              <a:t>!+</a:t>
            </a:r>
            <a:r>
              <a:rPr lang="ja-JP" altLang="en-US" sz="1600" dirty="0">
                <a:solidFill>
                  <a:schemeClr val="tx1"/>
                </a:solidFill>
              </a:rPr>
              <a:t>所持金増加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algn="ctr"/>
            <a:r>
              <a:rPr lang="en-US" altLang="ja-JP" sz="1600" dirty="0" err="1">
                <a:solidFill>
                  <a:schemeClr val="tx1"/>
                </a:solidFill>
              </a:rPr>
              <a:t>cnt</a:t>
            </a:r>
            <a:r>
              <a:rPr lang="en-US" altLang="ja-JP" sz="1600" dirty="0">
                <a:solidFill>
                  <a:schemeClr val="tx1"/>
                </a:solidFill>
              </a:rPr>
              <a:t>=0</a:t>
            </a:r>
            <a:endParaRPr kumimoji="1" lang="en-US" altLang="ja-JP" sz="1600" dirty="0">
              <a:solidFill>
                <a:schemeClr val="tx1"/>
              </a:solidFill>
            </a:endParaRPr>
          </a:p>
        </p:txBody>
      </p: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E8B598A7-7B78-6EF3-CC48-3FBC3B4DB377}"/>
              </a:ext>
            </a:extLst>
          </p:cNvPr>
          <p:cNvCxnSpPr>
            <a:cxnSpLocks/>
            <a:stCxn id="52" idx="2"/>
            <a:endCxn id="68" idx="0"/>
          </p:cNvCxnSpPr>
          <p:nvPr/>
        </p:nvCxnSpPr>
        <p:spPr>
          <a:xfrm flipH="1">
            <a:off x="5834833" y="4312130"/>
            <a:ext cx="5527" cy="2906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D9EBEF94-8A76-99AF-6FC1-8ABA977124C9}"/>
              </a:ext>
            </a:extLst>
          </p:cNvPr>
          <p:cNvSpPr txBox="1"/>
          <p:nvPr/>
        </p:nvSpPr>
        <p:spPr>
          <a:xfrm>
            <a:off x="6996871" y="3634368"/>
            <a:ext cx="390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B7A01FB0-CADF-A530-C409-8B89716A870C}"/>
              </a:ext>
            </a:extLst>
          </p:cNvPr>
          <p:cNvSpPr txBox="1"/>
          <p:nvPr/>
        </p:nvSpPr>
        <p:spPr>
          <a:xfrm>
            <a:off x="5842204" y="4251695"/>
            <a:ext cx="390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cxnSp>
        <p:nvCxnSpPr>
          <p:cNvPr id="77" name="コネクタ: カギ線 76">
            <a:extLst>
              <a:ext uri="{FF2B5EF4-FFF2-40B4-BE49-F238E27FC236}">
                <a16:creationId xmlns:a16="http://schemas.microsoft.com/office/drawing/2014/main" id="{0DFA56CF-A361-3386-5C1C-1E6CE0A5AAAF}"/>
              </a:ext>
            </a:extLst>
          </p:cNvPr>
          <p:cNvCxnSpPr>
            <a:cxnSpLocks/>
            <a:stCxn id="4" idx="1"/>
            <a:endCxn id="68" idx="2"/>
          </p:cNvCxnSpPr>
          <p:nvPr/>
        </p:nvCxnSpPr>
        <p:spPr>
          <a:xfrm rot="10800000" flipH="1" flipV="1">
            <a:off x="4621053" y="400339"/>
            <a:ext cx="1213779" cy="4868420"/>
          </a:xfrm>
          <a:prstGeom prst="bentConnector4">
            <a:avLst>
              <a:gd name="adj1" fmla="val -18834"/>
              <a:gd name="adj2" fmla="val 10469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フローチャート: 判断 80">
            <a:extLst>
              <a:ext uri="{FF2B5EF4-FFF2-40B4-BE49-F238E27FC236}">
                <a16:creationId xmlns:a16="http://schemas.microsoft.com/office/drawing/2014/main" id="{17278A09-8437-A091-9E6E-D1C1D9F9EFEC}"/>
              </a:ext>
            </a:extLst>
          </p:cNvPr>
          <p:cNvSpPr/>
          <p:nvPr/>
        </p:nvSpPr>
        <p:spPr>
          <a:xfrm>
            <a:off x="7170169" y="4575840"/>
            <a:ext cx="2580962" cy="708168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ysClr val="windowText" lastClr="000000"/>
                </a:solidFill>
              </a:rPr>
              <a:t>所持金が</a:t>
            </a:r>
            <a:r>
              <a:rPr lang="en-US" altLang="ja-JP" sz="1400" dirty="0">
                <a:solidFill>
                  <a:sysClr val="windowText" lastClr="000000"/>
                </a:solidFill>
              </a:rPr>
              <a:t>0</a:t>
            </a:r>
            <a:r>
              <a:rPr lang="ja-JP" altLang="en-US" sz="1400" dirty="0">
                <a:solidFill>
                  <a:sysClr val="windowText" lastClr="000000"/>
                </a:solidFill>
              </a:rPr>
              <a:t>円か？</a:t>
            </a:r>
            <a:endParaRPr kumimoji="1" lang="ja-JP" altLang="en-US" sz="1400" dirty="0">
              <a:solidFill>
                <a:sysClr val="windowText" lastClr="000000"/>
              </a:solidFill>
            </a:endParaRPr>
          </a:p>
        </p:txBody>
      </p: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951B5CAD-A9A0-69D5-E559-37A0F727BAA8}"/>
              </a:ext>
            </a:extLst>
          </p:cNvPr>
          <p:cNvCxnSpPr>
            <a:cxnSpLocks/>
            <a:stCxn id="81" idx="0"/>
            <a:endCxn id="57" idx="2"/>
          </p:cNvCxnSpPr>
          <p:nvPr/>
        </p:nvCxnSpPr>
        <p:spPr>
          <a:xfrm flipV="1">
            <a:off x="8460650" y="4191919"/>
            <a:ext cx="4" cy="3839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D935DEF5-C170-B54C-D88C-25C319556DB2}"/>
              </a:ext>
            </a:extLst>
          </p:cNvPr>
          <p:cNvSpPr txBox="1"/>
          <p:nvPr/>
        </p:nvSpPr>
        <p:spPr>
          <a:xfrm>
            <a:off x="9680471" y="4467926"/>
            <a:ext cx="390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cxnSp>
        <p:nvCxnSpPr>
          <p:cNvPr id="109" name="コネクタ: カギ線 108">
            <a:extLst>
              <a:ext uri="{FF2B5EF4-FFF2-40B4-BE49-F238E27FC236}">
                <a16:creationId xmlns:a16="http://schemas.microsoft.com/office/drawing/2014/main" id="{D93A9115-220C-79A5-5C55-EDD197DD63C8}"/>
              </a:ext>
            </a:extLst>
          </p:cNvPr>
          <p:cNvCxnSpPr>
            <a:cxnSpLocks/>
            <a:stCxn id="4" idx="1"/>
            <a:endCxn id="81" idx="2"/>
          </p:cNvCxnSpPr>
          <p:nvPr/>
        </p:nvCxnSpPr>
        <p:spPr>
          <a:xfrm rot="10800000" flipH="1" flipV="1">
            <a:off x="4621054" y="400338"/>
            <a:ext cx="3839596" cy="4883669"/>
          </a:xfrm>
          <a:prstGeom prst="bentConnector4">
            <a:avLst>
              <a:gd name="adj1" fmla="val -5954"/>
              <a:gd name="adj2" fmla="val 10468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002ABCA9-C6D0-FCD0-92E1-4C9A81C934F8}"/>
              </a:ext>
            </a:extLst>
          </p:cNvPr>
          <p:cNvSpPr txBox="1"/>
          <p:nvPr/>
        </p:nvSpPr>
        <p:spPr>
          <a:xfrm>
            <a:off x="8519633" y="5207256"/>
            <a:ext cx="390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cxnSp>
        <p:nvCxnSpPr>
          <p:cNvPr id="119" name="コネクタ: カギ線 118">
            <a:extLst>
              <a:ext uri="{FF2B5EF4-FFF2-40B4-BE49-F238E27FC236}">
                <a16:creationId xmlns:a16="http://schemas.microsoft.com/office/drawing/2014/main" id="{52B2AA9A-C82A-E5DB-3701-4D232FB8261E}"/>
              </a:ext>
            </a:extLst>
          </p:cNvPr>
          <p:cNvCxnSpPr>
            <a:cxnSpLocks/>
            <a:stCxn id="81" idx="3"/>
            <a:endCxn id="5" idx="0"/>
          </p:cNvCxnSpPr>
          <p:nvPr/>
        </p:nvCxnSpPr>
        <p:spPr>
          <a:xfrm flipH="1">
            <a:off x="5751870" y="4929924"/>
            <a:ext cx="3999261" cy="1352889"/>
          </a:xfrm>
          <a:prstGeom prst="bentConnector4">
            <a:avLst>
              <a:gd name="adj1" fmla="val -5716"/>
              <a:gd name="adj2" fmla="val 8363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DF4250AE-5F28-277C-9CFB-7FD2B5EA7570}"/>
              </a:ext>
            </a:extLst>
          </p:cNvPr>
          <p:cNvSpPr txBox="1"/>
          <p:nvPr/>
        </p:nvSpPr>
        <p:spPr>
          <a:xfrm>
            <a:off x="1289668" y="4791757"/>
            <a:ext cx="3041888" cy="1138773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dirty="0"/>
              <a:t>所持金増加：</a:t>
            </a:r>
            <a:endParaRPr lang="en-US" altLang="ja-JP" dirty="0"/>
          </a:p>
          <a:p>
            <a:r>
              <a:rPr lang="ja-JP" altLang="en-US" dirty="0"/>
              <a:t>レート</a:t>
            </a:r>
            <a:r>
              <a:rPr lang="en-US" altLang="ja-JP" dirty="0"/>
              <a:t>*line</a:t>
            </a:r>
          </a:p>
          <a:p>
            <a:endParaRPr lang="en-US" altLang="ja-JP" dirty="0"/>
          </a:p>
          <a:p>
            <a:r>
              <a:rPr lang="en-US" altLang="ja-JP" sz="1400" dirty="0">
                <a:solidFill>
                  <a:srgbClr val="FF0000"/>
                </a:solidFill>
              </a:rPr>
              <a:t>※</a:t>
            </a:r>
            <a:r>
              <a:rPr lang="ja-JP" altLang="en-US" sz="1400" dirty="0">
                <a:solidFill>
                  <a:srgbClr val="FF0000"/>
                </a:solidFill>
              </a:rPr>
              <a:t>未実装　</a:t>
            </a:r>
            <a:r>
              <a:rPr lang="en-US" altLang="ja-JP" sz="1400" dirty="0"/>
              <a:t>line</a:t>
            </a:r>
            <a:r>
              <a:rPr lang="ja-JP" altLang="en-US" sz="1400" dirty="0"/>
              <a:t>が</a:t>
            </a:r>
            <a:r>
              <a:rPr lang="en-US" altLang="ja-JP" sz="1400" dirty="0"/>
              <a:t>8</a:t>
            </a:r>
            <a:r>
              <a:rPr lang="ja-JP" altLang="en-US" sz="1400" dirty="0"/>
              <a:t>の場合はボーナス</a:t>
            </a:r>
            <a:endParaRPr lang="en-US" altLang="ja-JP" sz="1400" dirty="0"/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0807DAE3-7E00-D2CB-55AD-F63B282322B5}"/>
              </a:ext>
            </a:extLst>
          </p:cNvPr>
          <p:cNvSpPr txBox="1"/>
          <p:nvPr/>
        </p:nvSpPr>
        <p:spPr>
          <a:xfrm>
            <a:off x="2561204" y="3145881"/>
            <a:ext cx="18559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縦</a:t>
            </a:r>
            <a:r>
              <a:rPr kumimoji="1" lang="en-US" altLang="ja-JP" dirty="0"/>
              <a:t>/</a:t>
            </a:r>
            <a:r>
              <a:rPr kumimoji="1" lang="ja-JP" altLang="en-US" dirty="0"/>
              <a:t>横</a:t>
            </a:r>
            <a:r>
              <a:rPr kumimoji="1" lang="en-US" altLang="ja-JP" dirty="0"/>
              <a:t>/</a:t>
            </a:r>
            <a:r>
              <a:rPr kumimoji="1" lang="ja-JP" altLang="en-US" dirty="0"/>
              <a:t>斜め</a:t>
            </a:r>
            <a:endParaRPr kumimoji="1" lang="en-US" altLang="ja-JP" dirty="0"/>
          </a:p>
          <a:p>
            <a:r>
              <a:rPr lang="ja-JP" altLang="en-US" dirty="0"/>
              <a:t>揃っていれば</a:t>
            </a:r>
            <a:r>
              <a:rPr lang="en-US" altLang="ja-JP" dirty="0"/>
              <a:t>line(</a:t>
            </a:r>
            <a:r>
              <a:rPr lang="ja-JP" altLang="en-US" dirty="0"/>
              <a:t>大</a:t>
            </a:r>
            <a:r>
              <a:rPr lang="en-US" altLang="ja-JP" dirty="0"/>
              <a:t>)++</a:t>
            </a:r>
          </a:p>
          <a:p>
            <a:r>
              <a:rPr lang="en-US" altLang="ja-JP" dirty="0"/>
              <a:t>line(</a:t>
            </a:r>
            <a:r>
              <a:rPr lang="ja-JP" altLang="en-US" dirty="0"/>
              <a:t>中</a:t>
            </a:r>
            <a:r>
              <a:rPr lang="en-US" altLang="ja-JP" dirty="0"/>
              <a:t>)++</a:t>
            </a:r>
          </a:p>
          <a:p>
            <a:r>
              <a:rPr lang="en-US" altLang="ja-JP" dirty="0"/>
              <a:t>line</a:t>
            </a:r>
            <a:r>
              <a:rPr kumimoji="1" lang="en-US" altLang="ja-JP" dirty="0"/>
              <a:t>(</a:t>
            </a:r>
            <a:r>
              <a:rPr lang="ja-JP" altLang="en-US" dirty="0"/>
              <a:t>小</a:t>
            </a:r>
            <a:r>
              <a:rPr kumimoji="1" lang="en-US" altLang="ja-JP" dirty="0"/>
              <a:t>)++</a:t>
            </a:r>
          </a:p>
          <a:p>
            <a:endParaRPr kumimoji="1" lang="en-US" altLang="ja-JP" dirty="0"/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651E99A2-423C-9C94-57B3-CD1A7676AF59}"/>
              </a:ext>
            </a:extLst>
          </p:cNvPr>
          <p:cNvSpPr txBox="1"/>
          <p:nvPr/>
        </p:nvSpPr>
        <p:spPr>
          <a:xfrm>
            <a:off x="7209964" y="2351583"/>
            <a:ext cx="3968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1</a:t>
            </a:r>
            <a:r>
              <a:rPr kumimoji="1" lang="ja-JP" altLang="en-US" sz="1600" dirty="0"/>
              <a:t>～</a:t>
            </a:r>
            <a:r>
              <a:rPr kumimoji="1" lang="en-US" altLang="ja-JP" sz="1600" dirty="0"/>
              <a:t>9,</a:t>
            </a:r>
            <a:r>
              <a:rPr kumimoji="1" lang="ja-JP" altLang="en-US" sz="1600" dirty="0"/>
              <a:t>☆</a:t>
            </a:r>
            <a:r>
              <a:rPr kumimoji="1" lang="en-US" altLang="ja-JP" sz="1600" dirty="0"/>
              <a:t>,?</a:t>
            </a:r>
            <a:endParaRPr lang="en-US" altLang="ja-JP" sz="16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124070-C4A9-48C0-EDF4-36B1ECC9FB17}"/>
              </a:ext>
            </a:extLst>
          </p:cNvPr>
          <p:cNvSpPr txBox="1"/>
          <p:nvPr/>
        </p:nvSpPr>
        <p:spPr>
          <a:xfrm>
            <a:off x="7306150" y="2763732"/>
            <a:ext cx="3968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err="1"/>
              <a:t>cnt</a:t>
            </a:r>
            <a:r>
              <a:rPr lang="ja-JP" altLang="en-US" sz="1600" dirty="0"/>
              <a:t>によって呼び出す配列の対象を変える</a:t>
            </a:r>
            <a:r>
              <a:rPr lang="en-US" altLang="ja-JP" sz="1600" dirty="0"/>
              <a:t>(</a:t>
            </a:r>
            <a:r>
              <a:rPr lang="ja-JP" altLang="en-US" sz="1600" dirty="0"/>
              <a:t>当たる確率を調整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cnt0</a:t>
            </a:r>
            <a:r>
              <a:rPr lang="ja-JP" altLang="en-US" sz="1600" dirty="0"/>
              <a:t>～</a:t>
            </a:r>
            <a:r>
              <a:rPr lang="en-US" altLang="ja-JP" sz="1600" dirty="0"/>
              <a:t>2/cnt3</a:t>
            </a:r>
            <a:r>
              <a:rPr lang="ja-JP" altLang="en-US" sz="1600" dirty="0"/>
              <a:t>～</a:t>
            </a:r>
            <a:r>
              <a:rPr lang="en-US" altLang="ja-JP" sz="1600" dirty="0"/>
              <a:t>5/cnt6</a:t>
            </a:r>
            <a:r>
              <a:rPr lang="ja-JP" altLang="en-US" sz="1600" dirty="0"/>
              <a:t>～</a:t>
            </a:r>
            <a:endParaRPr lang="en-US" altLang="ja-JP" sz="16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00F8FFE-3030-0149-BDCF-97EFDBF7BA64}"/>
              </a:ext>
            </a:extLst>
          </p:cNvPr>
          <p:cNvSpPr txBox="1"/>
          <p:nvPr/>
        </p:nvSpPr>
        <p:spPr>
          <a:xfrm>
            <a:off x="843101" y="97947"/>
            <a:ext cx="3041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初回所持金</a:t>
            </a:r>
            <a:r>
              <a:rPr kumimoji="1" lang="en-US" altLang="ja-JP" dirty="0"/>
              <a:t>10,000</a:t>
            </a:r>
            <a:r>
              <a:rPr kumimoji="1" lang="ja-JP" altLang="en-US" dirty="0"/>
              <a:t>円付与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E51E3D6-763E-9596-9F0F-81CE65E737E9}"/>
              </a:ext>
            </a:extLst>
          </p:cNvPr>
          <p:cNvSpPr txBox="1"/>
          <p:nvPr/>
        </p:nvSpPr>
        <p:spPr>
          <a:xfrm>
            <a:off x="2364045" y="1184446"/>
            <a:ext cx="259009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表示するときの方法</a:t>
            </a:r>
            <a:endParaRPr lang="en-US" altLang="ja-JP" sz="1400" dirty="0"/>
          </a:p>
          <a:p>
            <a:r>
              <a:rPr lang="en-US" altLang="ja-JP" sz="1400" dirty="0"/>
              <a:t>If(input 1</a:t>
            </a:r>
            <a:r>
              <a:rPr lang="ja-JP" altLang="en-US" sz="1400" dirty="0"/>
              <a:t> </a:t>
            </a:r>
            <a:r>
              <a:rPr lang="en-US" altLang="ja-JP" sz="1400" dirty="0"/>
              <a:t>&amp;&amp;</a:t>
            </a:r>
            <a:r>
              <a:rPr lang="ja-JP" altLang="en-US" sz="1400" dirty="0"/>
              <a:t> </a:t>
            </a:r>
            <a:r>
              <a:rPr lang="en-US" altLang="ja-JP" sz="1400" dirty="0" err="1"/>
              <a:t>cnt</a:t>
            </a:r>
            <a:r>
              <a:rPr lang="ja-JP" altLang="en-US" sz="1400" dirty="0"/>
              <a:t>の値</a:t>
            </a:r>
            <a:r>
              <a:rPr lang="en-US" altLang="ja-JP" sz="1400" dirty="0"/>
              <a:t>) </a:t>
            </a:r>
          </a:p>
          <a:p>
            <a:r>
              <a:rPr lang="en-US" altLang="ja-JP" sz="1400" dirty="0"/>
              <a:t>[0][0]</a:t>
            </a:r>
            <a:r>
              <a:rPr lang="ja-JP" altLang="en-US" sz="1400" dirty="0"/>
              <a:t>に配列</a:t>
            </a:r>
            <a:r>
              <a:rPr lang="en-US" altLang="ja-JP" sz="1400" dirty="0"/>
              <a:t>[</a:t>
            </a:r>
            <a:r>
              <a:rPr lang="ja-JP" altLang="en-US" sz="1400" dirty="0"/>
              <a:t>ランダム</a:t>
            </a:r>
            <a:r>
              <a:rPr lang="en-US" altLang="ja-JP" sz="1400" dirty="0"/>
              <a:t>]</a:t>
            </a:r>
          </a:p>
          <a:p>
            <a:r>
              <a:rPr lang="en-US" altLang="ja-JP" sz="1400" dirty="0"/>
              <a:t>[1][0]</a:t>
            </a:r>
            <a:r>
              <a:rPr lang="ja-JP" altLang="en-US" sz="1400" dirty="0"/>
              <a:t>に配列</a:t>
            </a:r>
            <a:r>
              <a:rPr lang="en-US" altLang="ja-JP" sz="1400" dirty="0"/>
              <a:t>[</a:t>
            </a:r>
            <a:r>
              <a:rPr lang="ja-JP" altLang="en-US" sz="1400" dirty="0"/>
              <a:t>ランダム</a:t>
            </a:r>
            <a:r>
              <a:rPr lang="en-US" altLang="ja-JP" sz="1400" dirty="0"/>
              <a:t>]</a:t>
            </a:r>
          </a:p>
          <a:p>
            <a:r>
              <a:rPr lang="en-US" altLang="ja-JP" sz="1400" dirty="0"/>
              <a:t>[2][0]</a:t>
            </a:r>
            <a:r>
              <a:rPr lang="ja-JP" altLang="en-US" sz="1400" dirty="0"/>
              <a:t>に配列</a:t>
            </a:r>
            <a:r>
              <a:rPr lang="en-US" altLang="ja-JP" sz="1400" dirty="0"/>
              <a:t>[</a:t>
            </a:r>
            <a:r>
              <a:rPr lang="ja-JP" altLang="en-US" sz="1400" dirty="0"/>
              <a:t>ランダム</a:t>
            </a:r>
            <a:r>
              <a:rPr lang="en-US" altLang="ja-JP" sz="1400" dirty="0"/>
              <a:t>]</a:t>
            </a:r>
          </a:p>
          <a:p>
            <a:r>
              <a:rPr kumimoji="1" lang="ja-JP" altLang="en-US" sz="1400" dirty="0"/>
              <a:t>を表示する</a:t>
            </a:r>
            <a:endParaRPr kumimoji="1" lang="en-US" altLang="ja-JP" sz="1400" dirty="0"/>
          </a:p>
          <a:p>
            <a:r>
              <a:rPr kumimoji="1" lang="en-US" altLang="ja-JP" sz="1600" dirty="0"/>
              <a:t>else if</a:t>
            </a:r>
            <a:r>
              <a:rPr kumimoji="1" lang="ja-JP" altLang="en-US" sz="1600" dirty="0"/>
              <a:t>・・</a:t>
            </a:r>
            <a:endParaRPr kumimoji="1" lang="en-US" altLang="ja-JP" sz="16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18DE313-A105-F0A7-8B50-464B030CA4AF}"/>
              </a:ext>
            </a:extLst>
          </p:cNvPr>
          <p:cNvSpPr txBox="1"/>
          <p:nvPr/>
        </p:nvSpPr>
        <p:spPr>
          <a:xfrm>
            <a:off x="407029" y="6120927"/>
            <a:ext cx="2767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※</a:t>
            </a:r>
            <a:r>
              <a:rPr kumimoji="1" lang="ja-JP" altLang="en-US" sz="1400" dirty="0">
                <a:solidFill>
                  <a:srgbClr val="FF0000"/>
                </a:solidFill>
              </a:rPr>
              <a:t>未実装　</a:t>
            </a:r>
            <a:r>
              <a:rPr kumimoji="1" lang="ja-JP" altLang="en-US" sz="1400" dirty="0"/>
              <a:t>追加機能：</a:t>
            </a:r>
            <a:endParaRPr kumimoji="1" lang="en-US" altLang="ja-JP" sz="1400" dirty="0"/>
          </a:p>
          <a:p>
            <a:r>
              <a:rPr kumimoji="1" lang="ja-JP" altLang="en-US" sz="1400" dirty="0"/>
              <a:t>ジャックポット、アカウント</a:t>
            </a:r>
          </a:p>
        </p:txBody>
      </p:sp>
    </p:spTree>
    <p:extLst>
      <p:ext uri="{BB962C8B-B14F-4D97-AF65-F5344CB8AC3E}">
        <p14:creationId xmlns:p14="http://schemas.microsoft.com/office/powerpoint/2010/main" val="2481259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BD6727FD-0319-D53F-E185-499261BDB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832" y="1438390"/>
            <a:ext cx="11266337" cy="49680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ja-JP" altLang="en-US" dirty="0"/>
              <a:t>関数、配列の用意</a:t>
            </a:r>
            <a:endParaRPr lang="en-US" altLang="ja-JP" dirty="0"/>
          </a:p>
          <a:p>
            <a:r>
              <a:rPr lang="ja-JP" altLang="en-US" dirty="0"/>
              <a:t>所持金</a:t>
            </a:r>
            <a:r>
              <a:rPr lang="en-US" altLang="ja-JP" dirty="0"/>
              <a:t>10000</a:t>
            </a:r>
            <a:r>
              <a:rPr lang="ja-JP" altLang="en-US" dirty="0"/>
              <a:t>円の付与</a:t>
            </a:r>
            <a:endParaRPr lang="en-US" altLang="ja-JP" dirty="0"/>
          </a:p>
          <a:p>
            <a:r>
              <a:rPr lang="ja-JP" altLang="en-US" dirty="0"/>
              <a:t>初期画面（現在の所持金</a:t>
            </a:r>
            <a:r>
              <a:rPr lang="en-US" altLang="ja-JP" dirty="0"/>
              <a:t>/</a:t>
            </a:r>
            <a:r>
              <a:rPr lang="ja-JP" altLang="en-US" dirty="0"/>
              <a:t>プレイヤー選択</a:t>
            </a:r>
            <a:r>
              <a:rPr lang="en-US" altLang="ja-JP" dirty="0"/>
              <a:t>/</a:t>
            </a:r>
            <a:r>
              <a:rPr lang="ja-JP" altLang="en-US" dirty="0"/>
              <a:t>スロット枠の表示</a:t>
            </a:r>
            <a:r>
              <a:rPr lang="en-US" altLang="ja-JP" dirty="0"/>
              <a:t>/</a:t>
            </a:r>
            <a:r>
              <a:rPr lang="ja-JP" altLang="en-US" dirty="0"/>
              <a:t>二回目以降</a:t>
            </a:r>
            <a:r>
              <a:rPr lang="en-US" altLang="ja-JP" dirty="0"/>
              <a:t>(if </a:t>
            </a:r>
            <a:r>
              <a:rPr lang="en-US" altLang="ja-JP" dirty="0" err="1"/>
              <a:t>data_cnt</a:t>
            </a:r>
            <a:r>
              <a:rPr lang="en-US" altLang="ja-JP" dirty="0"/>
              <a:t>!=0)</a:t>
            </a:r>
            <a:r>
              <a:rPr lang="ja-JP" altLang="en-US" dirty="0"/>
              <a:t>は前回の結果表示）、</a:t>
            </a:r>
            <a:r>
              <a:rPr lang="en-US" altLang="ja-JP" dirty="0"/>
              <a:t>while</a:t>
            </a:r>
            <a:r>
              <a:rPr lang="ja-JP" altLang="en-US" dirty="0"/>
              <a:t>文の始まり</a:t>
            </a:r>
            <a:endParaRPr lang="en-US" altLang="ja-JP" dirty="0"/>
          </a:p>
          <a:p>
            <a:r>
              <a:rPr lang="ja-JP" altLang="en-US" dirty="0"/>
              <a:t>プレイヤー選択のキー入力を取得</a:t>
            </a:r>
            <a:r>
              <a:rPr lang="en-US" altLang="ja-JP" dirty="0"/>
              <a:t>(_</a:t>
            </a:r>
            <a:r>
              <a:rPr lang="en-US" altLang="ja-JP" dirty="0" err="1"/>
              <a:t>getch</a:t>
            </a:r>
            <a:r>
              <a:rPr lang="en-US" altLang="ja-JP" dirty="0"/>
              <a:t>()</a:t>
            </a:r>
            <a:r>
              <a:rPr lang="ja-JP" altLang="en-US" dirty="0"/>
              <a:t>関数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(F)</a:t>
            </a:r>
            <a:r>
              <a:rPr lang="ja-JP" altLang="en-US" dirty="0"/>
              <a:t>終わるなので</a:t>
            </a:r>
            <a:r>
              <a:rPr lang="en-US" altLang="ja-JP" dirty="0"/>
              <a:t>(S)</a:t>
            </a:r>
            <a:r>
              <a:rPr lang="ja-JP" altLang="en-US" dirty="0"/>
              <a:t>回すの場合次に行く</a:t>
            </a:r>
            <a:endParaRPr lang="en-US" altLang="ja-JP" dirty="0"/>
          </a:p>
          <a:p>
            <a:r>
              <a:rPr lang="ja-JP" altLang="en-US" dirty="0"/>
              <a:t>所持金を</a:t>
            </a:r>
            <a:r>
              <a:rPr lang="en-US" altLang="ja-JP" dirty="0"/>
              <a:t>100</a:t>
            </a:r>
            <a:r>
              <a:rPr lang="ja-JP" altLang="en-US" dirty="0"/>
              <a:t>円減らす、試行回数を</a:t>
            </a:r>
            <a:r>
              <a:rPr lang="en-US" altLang="ja-JP" dirty="0"/>
              <a:t>(data_cnt+1) %10</a:t>
            </a:r>
            <a:r>
              <a:rPr lang="ja-JP" altLang="en-US" dirty="0"/>
              <a:t>する</a:t>
            </a:r>
            <a:endParaRPr lang="en-US" altLang="ja-JP" dirty="0"/>
          </a:p>
          <a:p>
            <a:r>
              <a:rPr lang="en-US" altLang="ja-JP" dirty="0"/>
              <a:t>(1)(2)(3)</a:t>
            </a:r>
            <a:r>
              <a:rPr lang="ja-JP" altLang="en-US" dirty="0"/>
              <a:t>を押してくださいとメッセージ出力とカーソルの非表示</a:t>
            </a:r>
            <a:endParaRPr lang="en-US" altLang="ja-JP" dirty="0"/>
          </a:p>
          <a:p>
            <a:r>
              <a:rPr lang="ja-JP" altLang="en-US" dirty="0"/>
              <a:t>リールアニメーションの実行</a:t>
            </a:r>
            <a:r>
              <a:rPr lang="en-US" altLang="ja-JP" dirty="0"/>
              <a:t> </a:t>
            </a:r>
            <a:r>
              <a:rPr lang="ja-JP" altLang="en-US" dirty="0"/>
              <a:t>「</a:t>
            </a:r>
            <a:r>
              <a:rPr lang="en-US" altLang="ja-JP" dirty="0" err="1"/>
              <a:t>game_luck</a:t>
            </a:r>
            <a:r>
              <a:rPr lang="ja-JP" altLang="en-US" dirty="0"/>
              <a:t>関数により使う配列を変える</a:t>
            </a:r>
            <a:endParaRPr lang="en-US" altLang="ja-JP" dirty="0"/>
          </a:p>
          <a:p>
            <a:endParaRPr lang="en-US" altLang="ja-JP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540F866-F39D-F34B-C66D-A138B05B5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処理概要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5065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BD6727FD-0319-D53F-E185-499261BDBA3D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ja-JP" altLang="en-US" dirty="0"/>
              <a:t>繰り返し条件によって</a:t>
            </a:r>
            <a:r>
              <a:rPr lang="en-US" altLang="ja-JP" dirty="0"/>
              <a:t>key</a:t>
            </a:r>
            <a:r>
              <a:rPr lang="ja-JP" altLang="en-US" dirty="0"/>
              <a:t>が押されるまではランダムな配列の要素を表示する</a:t>
            </a:r>
            <a:endParaRPr lang="en-US" altLang="ja-JP" dirty="0"/>
          </a:p>
          <a:p>
            <a:r>
              <a:rPr lang="ja-JP" altLang="en-US" dirty="0"/>
              <a:t>全てのキー</a:t>
            </a:r>
            <a:r>
              <a:rPr lang="en-US" altLang="ja-JP" dirty="0"/>
              <a:t>(1)(2)(3)</a:t>
            </a:r>
            <a:r>
              <a:rPr lang="ja-JP" altLang="en-US" dirty="0"/>
              <a:t>が押されると</a:t>
            </a:r>
            <a:r>
              <a:rPr lang="en-US" altLang="ja-JP" dirty="0"/>
              <a:t>while</a:t>
            </a:r>
            <a:r>
              <a:rPr lang="ja-JP" altLang="en-US" dirty="0"/>
              <a:t>繰り返し条件が</a:t>
            </a:r>
            <a:r>
              <a:rPr lang="en-US" altLang="ja-JP" dirty="0"/>
              <a:t>false</a:t>
            </a:r>
            <a:r>
              <a:rPr lang="ja-JP" altLang="en-US" dirty="0"/>
              <a:t>になり、繰り返し処理を抜ける</a:t>
            </a:r>
            <a:endParaRPr lang="en-US" altLang="ja-JP" dirty="0"/>
          </a:p>
          <a:p>
            <a:r>
              <a:rPr lang="ja-JP" altLang="en-US" dirty="0"/>
              <a:t>スロットの枠部分のメモリに前回のバッファ残りがあると数値</a:t>
            </a:r>
            <a:r>
              <a:rPr lang="en-US" altLang="ja-JP" dirty="0"/>
              <a:t>(2byte)</a:t>
            </a:r>
            <a:r>
              <a:rPr lang="ja-JP" altLang="en-US" dirty="0"/>
              <a:t>や記号</a:t>
            </a:r>
            <a:r>
              <a:rPr lang="en-US" altLang="ja-JP" dirty="0"/>
              <a:t>(3byte)</a:t>
            </a:r>
            <a:r>
              <a:rPr lang="ja-JP" altLang="en-US" dirty="0"/>
              <a:t>が変わる懸念があるため、表示する前に一度スペースでクリアする」</a:t>
            </a:r>
            <a:endParaRPr lang="en-US" altLang="ja-JP" dirty="0"/>
          </a:p>
          <a:p>
            <a:r>
              <a:rPr lang="ja-JP" altLang="en-US" dirty="0"/>
              <a:t>各条件で揃っているかの判定「横</a:t>
            </a:r>
            <a:r>
              <a:rPr lang="en-US" altLang="ja-JP" dirty="0"/>
              <a:t>/</a:t>
            </a:r>
            <a:r>
              <a:rPr lang="ja-JP" altLang="en-US" dirty="0"/>
              <a:t>縦</a:t>
            </a:r>
            <a:r>
              <a:rPr lang="en-US" altLang="ja-JP" dirty="0"/>
              <a:t>/</a:t>
            </a:r>
            <a:r>
              <a:rPr lang="ja-JP" altLang="en-US" dirty="0"/>
              <a:t>斜め左上から右下</a:t>
            </a:r>
            <a:r>
              <a:rPr lang="en-US" altLang="ja-JP" dirty="0"/>
              <a:t>/</a:t>
            </a:r>
            <a:r>
              <a:rPr lang="ja-JP" altLang="en-US" dirty="0"/>
              <a:t>斜め右上から左下、どの数字がそろったか（☆ワイルドカードがあった時の条件も含む </a:t>
            </a:r>
            <a:r>
              <a:rPr lang="en-US" altLang="ja-JP" dirty="0"/>
              <a:t>line1</a:t>
            </a:r>
            <a:r>
              <a:rPr lang="ja-JP" altLang="en-US" dirty="0"/>
              <a:t>～</a:t>
            </a:r>
            <a:r>
              <a:rPr lang="en-US" altLang="ja-JP" dirty="0"/>
              <a:t>line5</a:t>
            </a:r>
            <a:r>
              <a:rPr lang="ja-JP" altLang="en-US" dirty="0"/>
              <a:t>）、どのラインが揃ったか</a:t>
            </a:r>
            <a:r>
              <a:rPr lang="en-US" altLang="ja-JP" dirty="0"/>
              <a:t>(</a:t>
            </a:r>
            <a:r>
              <a:rPr lang="en-US" altLang="ja-JP" dirty="0" err="1"/>
              <a:t>win_line</a:t>
            </a:r>
            <a:r>
              <a:rPr lang="en-US" altLang="ja-JP" dirty="0"/>
              <a:t>[9])</a:t>
            </a:r>
            <a:r>
              <a:rPr lang="ja-JP" altLang="en-US" dirty="0"/>
              <a:t>」</a:t>
            </a:r>
            <a:endParaRPr lang="en-US" altLang="ja-JP" dirty="0"/>
          </a:p>
          <a:p>
            <a:endParaRPr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540F866-F39D-F34B-C66D-A138B05B5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処理概要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2595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B1896-CA5A-DC1B-0DCD-E2E4C3019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522954DE-EAEF-E6DA-712A-7C62F0BB9FD3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ja-JP" altLang="en-US" dirty="0"/>
              <a:t>揃った時の演出 </a:t>
            </a:r>
            <a:r>
              <a:rPr lang="en-US" altLang="ja-JP" dirty="0" err="1"/>
              <a:t>win_line</a:t>
            </a:r>
            <a:r>
              <a:rPr lang="en-US" altLang="ja-JP" dirty="0"/>
              <a:t>[</a:t>
            </a:r>
            <a:r>
              <a:rPr lang="ja-JP" altLang="en-US" dirty="0"/>
              <a:t>数字</a:t>
            </a:r>
            <a:r>
              <a:rPr lang="en-US" altLang="ja-JP" dirty="0"/>
              <a:t>]</a:t>
            </a:r>
            <a:r>
              <a:rPr lang="ja-JP" altLang="en-US" dirty="0"/>
              <a:t>の条件によって揃った箇所だけ、反転表示で点滅させる。（通常表示→揃った箇所の反転表示を</a:t>
            </a:r>
            <a:r>
              <a:rPr lang="en-US" altLang="ja-JP" dirty="0"/>
              <a:t>3</a:t>
            </a:r>
            <a:r>
              <a:rPr lang="ja-JP" altLang="en-US" dirty="0"/>
              <a:t>回繰り返すことにより）</a:t>
            </a:r>
            <a:endParaRPr lang="en-US" altLang="ja-JP" dirty="0"/>
          </a:p>
          <a:p>
            <a:r>
              <a:rPr lang="ja-JP" altLang="en-US" dirty="0"/>
              <a:t>所持金や効果の反映 判定時に</a:t>
            </a:r>
            <a:r>
              <a:rPr lang="en-US" altLang="ja-JP" dirty="0"/>
              <a:t>line1</a:t>
            </a:r>
            <a:r>
              <a:rPr lang="ja-JP" altLang="en-US" dirty="0"/>
              <a:t>～</a:t>
            </a:r>
            <a:r>
              <a:rPr lang="en-US" altLang="ja-JP" dirty="0"/>
              <a:t>line5</a:t>
            </a:r>
            <a:r>
              <a:rPr lang="ja-JP" altLang="en-US" dirty="0"/>
              <a:t>の変数を用意してあるので、それぞれの変数に合わせて所持金または</a:t>
            </a:r>
            <a:r>
              <a:rPr lang="en-US" altLang="ja-JP" dirty="0" err="1"/>
              <a:t>game_luck</a:t>
            </a:r>
            <a:r>
              <a:rPr lang="ja-JP" altLang="en-US" dirty="0"/>
              <a:t>の増加を行う</a:t>
            </a:r>
            <a:endParaRPr lang="en-US" altLang="ja-JP" dirty="0"/>
          </a:p>
          <a:p>
            <a:r>
              <a:rPr lang="ja-JP" altLang="en-US" dirty="0"/>
              <a:t>カーソルの再表示を行う</a:t>
            </a:r>
            <a:endParaRPr lang="en-US" altLang="ja-JP" dirty="0"/>
          </a:p>
          <a:p>
            <a:r>
              <a:rPr lang="ja-JP" altLang="en-US" dirty="0"/>
              <a:t>もし揃っていた場合は</a:t>
            </a:r>
            <a:r>
              <a:rPr lang="en-US" altLang="ja-JP" dirty="0" err="1"/>
              <a:t>game_luck</a:t>
            </a:r>
            <a:r>
              <a:rPr lang="ja-JP" altLang="en-US" dirty="0"/>
              <a:t>をリセット、揃わなかった場合は</a:t>
            </a:r>
            <a:r>
              <a:rPr lang="en-US" altLang="ja-JP" dirty="0" err="1"/>
              <a:t>game_luck</a:t>
            </a:r>
            <a:r>
              <a:rPr lang="en-US" altLang="ja-JP" dirty="0"/>
              <a:t>++</a:t>
            </a:r>
            <a:r>
              <a:rPr lang="ja-JP" altLang="en-US" dirty="0"/>
              <a:t>する。</a:t>
            </a:r>
            <a:endParaRPr lang="en-US" altLang="ja-JP" dirty="0"/>
          </a:p>
          <a:p>
            <a:r>
              <a:rPr lang="ja-JP" altLang="en-US" dirty="0"/>
              <a:t>初期画面に戻る（</a:t>
            </a:r>
            <a:r>
              <a:rPr lang="en-US" altLang="ja-JP" dirty="0"/>
              <a:t>while</a:t>
            </a:r>
            <a:r>
              <a:rPr lang="ja-JP" altLang="en-US" dirty="0"/>
              <a:t>文の終わり、</a:t>
            </a:r>
            <a:r>
              <a:rPr lang="en-US" altLang="ja-JP" dirty="0"/>
              <a:t>(F)</a:t>
            </a:r>
            <a:r>
              <a:rPr lang="ja-JP" altLang="en-US" dirty="0"/>
              <a:t>が押されるまで繰り返す）</a:t>
            </a:r>
            <a:endParaRPr lang="en-US" altLang="ja-JP" dirty="0"/>
          </a:p>
          <a:p>
            <a:endParaRPr lang="en-US" altLang="ja-JP" dirty="0"/>
          </a:p>
          <a:p>
            <a:endParaRPr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D1263CC-64EB-B63F-0098-F3F2D12DA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処理概要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2720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B724F9-3B11-DE58-D147-48F7510C2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プロジェクト情報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5DBB0CF2-A0EF-7A4C-4A66-C280812337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2351100"/>
              </p:ext>
            </p:extLst>
          </p:nvPr>
        </p:nvGraphicFramePr>
        <p:xfrm>
          <a:off x="463550" y="1438275"/>
          <a:ext cx="11264900" cy="3383280"/>
        </p:xfrm>
        <a:graphic>
          <a:graphicData uri="http://schemas.openxmlformats.org/drawingml/2006/table">
            <a:tbl>
              <a:tblPr firstCol="1" bandRow="1">
                <a:tableStyleId>{7DF18680-E054-41AD-8BC1-D1AEF772440D}</a:tableStyleId>
              </a:tblPr>
              <a:tblGrid>
                <a:gridCol w="3671570">
                  <a:extLst>
                    <a:ext uri="{9D8B030D-6E8A-4147-A177-3AD203B41FA5}">
                      <a16:colId xmlns:a16="http://schemas.microsoft.com/office/drawing/2014/main" val="3441492284"/>
                    </a:ext>
                  </a:extLst>
                </a:gridCol>
                <a:gridCol w="7593330">
                  <a:extLst>
                    <a:ext uri="{9D8B030D-6E8A-4147-A177-3AD203B41FA5}">
                      <a16:colId xmlns:a16="http://schemas.microsoft.com/office/drawing/2014/main" val="1544827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3200" b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工数（時間）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3200" dirty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</a:t>
                      </a:r>
                      <a:r>
                        <a:rPr kumimoji="1" lang="ja-JP" altLang="en-US" sz="3200" dirty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時間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738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3200" b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行数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3200" dirty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508</a:t>
                      </a:r>
                      <a:r>
                        <a:rPr kumimoji="1" lang="ja-JP" altLang="en-US" sz="3200" dirty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37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3200" b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自作ファイル数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3200" dirty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</a:t>
                      </a:r>
                      <a:r>
                        <a:rPr kumimoji="1" lang="ja-JP" altLang="en-US" sz="3200" dirty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ファイル：</a:t>
                      </a:r>
                      <a:r>
                        <a:rPr kumimoji="1" lang="en-US" altLang="ja-JP" sz="3200" dirty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r>
                        <a:rPr kumimoji="1" lang="ja-JP" altLang="en-US" sz="3200" dirty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　</a:t>
                      </a:r>
                      <a:r>
                        <a:rPr kumimoji="1" lang="en-US" altLang="ja-JP" sz="3200" dirty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</a:t>
                      </a:r>
                      <a:r>
                        <a:rPr kumimoji="1" lang="ja-JP" altLang="en-US" sz="3200" dirty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ファイル：</a:t>
                      </a:r>
                      <a:r>
                        <a:rPr kumimoji="1" lang="en-US" altLang="ja-JP" sz="3200" dirty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</a:t>
                      </a:r>
                      <a:endParaRPr kumimoji="1" lang="ja-JP" altLang="en-US" sz="3200" dirty="0">
                        <a:solidFill>
                          <a:sysClr val="windowText" lastClr="00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98482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kumimoji="1" lang="ja-JP" altLang="en-US" sz="3200" b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自作関数の数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3200" dirty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</a:t>
                      </a:r>
                      <a:endParaRPr kumimoji="1" lang="ja-JP" altLang="en-US" sz="3200" dirty="0">
                        <a:solidFill>
                          <a:sysClr val="windowText" lastClr="00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520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3200" b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実装達成度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3200" dirty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95% </a:t>
                      </a:r>
                    </a:p>
                    <a:p>
                      <a:r>
                        <a:rPr kumimoji="1" lang="ja-JP" altLang="en-US" sz="3200" dirty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他追加仕様を検討していたが間に合わず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939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473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897FAD-E771-511F-80BF-9B98CB80F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デモ</a:t>
            </a:r>
          </a:p>
        </p:txBody>
      </p:sp>
    </p:spTree>
    <p:extLst>
      <p:ext uri="{BB962C8B-B14F-4D97-AF65-F5344CB8AC3E}">
        <p14:creationId xmlns:p14="http://schemas.microsoft.com/office/powerpoint/2010/main" val="1184234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A807D3-4105-319E-FBEF-66A36F78B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工夫したところ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05D593DD-198F-498F-7A6E-BCBC2D5C6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831" y="1486225"/>
            <a:ext cx="11266335" cy="4968000"/>
          </a:xfrm>
        </p:spPr>
        <p:txBody>
          <a:bodyPr/>
          <a:lstStyle/>
          <a:p>
            <a:r>
              <a:rPr kumimoji="1" lang="ja-JP" altLang="en-US" dirty="0"/>
              <a:t>スロット</a:t>
            </a:r>
            <a:r>
              <a:rPr kumimoji="1" lang="en-US" altLang="ja-JP" dirty="0"/>
              <a:t>3x3</a:t>
            </a:r>
            <a:r>
              <a:rPr kumimoji="1" lang="ja-JP" altLang="en-US" dirty="0"/>
              <a:t>の枠を表示を固定</a:t>
            </a:r>
            <a:r>
              <a:rPr lang="ja-JP" altLang="en-US" dirty="0"/>
              <a:t>したまま体験できるユーザービリティを求め、エスケープシーケンスを利用し出力を工夫した。</a:t>
            </a:r>
            <a:endParaRPr lang="en-US" altLang="ja-JP" dirty="0"/>
          </a:p>
          <a:p>
            <a:r>
              <a:rPr kumimoji="1" lang="ja-JP" altLang="en-US" dirty="0"/>
              <a:t>カーソル位置移動する関数</a:t>
            </a:r>
            <a:endParaRPr kumimoji="1" lang="en-US" altLang="ja-JP" dirty="0"/>
          </a:p>
          <a:p>
            <a:pPr marL="45720" indent="0">
              <a:buNone/>
            </a:pPr>
            <a:r>
              <a:rPr lang="en-US" altLang="ja-JP" dirty="0" err="1"/>
              <a:t>g</a:t>
            </a:r>
            <a:r>
              <a:rPr kumimoji="1" lang="en-US" altLang="ja-JP" dirty="0" err="1"/>
              <a:t>otoxy</a:t>
            </a:r>
            <a:r>
              <a:rPr kumimoji="1" lang="en-US" altLang="ja-JP" dirty="0"/>
              <a:t>(1,5);</a:t>
            </a:r>
          </a:p>
          <a:p>
            <a:pPr marL="45720" indent="0">
              <a:buNone/>
            </a:pPr>
            <a:r>
              <a:rPr lang="ja-JP" altLang="en-US" dirty="0"/>
              <a:t>行</a:t>
            </a:r>
            <a:r>
              <a:rPr lang="en-US" altLang="ja-JP" dirty="0"/>
              <a:t>5 , </a:t>
            </a:r>
            <a:r>
              <a:rPr lang="ja-JP" altLang="en-US" dirty="0"/>
              <a:t>列</a:t>
            </a:r>
            <a:r>
              <a:rPr lang="en-US" altLang="ja-JP" dirty="0"/>
              <a:t>1</a:t>
            </a:r>
          </a:p>
          <a:p>
            <a:pPr marL="45720" indent="0">
              <a:buNone/>
            </a:pPr>
            <a:r>
              <a:rPr kumimoji="1" lang="en-US" altLang="ja-JP" sz="2000" dirty="0"/>
              <a:t>//</a:t>
            </a:r>
            <a:r>
              <a:rPr kumimoji="1" lang="ja-JP" altLang="en-US" sz="2000" dirty="0"/>
              <a:t>今考えたら列</a:t>
            </a:r>
            <a:r>
              <a:rPr kumimoji="1" lang="en-US" altLang="ja-JP" sz="2000" dirty="0"/>
              <a:t>x,</a:t>
            </a:r>
            <a:r>
              <a:rPr kumimoji="1" lang="ja-JP" altLang="en-US" sz="2000" dirty="0"/>
              <a:t>行</a:t>
            </a:r>
            <a:r>
              <a:rPr kumimoji="1" lang="en-US" altLang="ja-JP" sz="2000" dirty="0"/>
              <a:t>y</a:t>
            </a:r>
            <a:r>
              <a:rPr kumimoji="1" lang="ja-JP" altLang="en-US" sz="2000" dirty="0"/>
              <a:t>にした方が</a:t>
            </a:r>
            <a:r>
              <a:rPr lang="ja-JP" altLang="en-US" sz="2000" dirty="0"/>
              <a:t>良かったかも</a:t>
            </a:r>
            <a:r>
              <a:rPr kumimoji="1" lang="ja-JP" altLang="en-US" sz="2000" dirty="0"/>
              <a:t>・・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631A330-67B7-3BF3-4385-3997FD837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2443640"/>
            <a:ext cx="5477639" cy="401058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B715E38-971F-BD76-AD68-143214ED8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82" y="5003576"/>
            <a:ext cx="4900665" cy="128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083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EE44C-2E41-3AE1-ADCA-021E6B78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08024C-5461-7C8D-84B3-C98E9EE10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工夫したところ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864DE044-E7DB-7117-4A60-B45E8F01B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831" y="1486225"/>
            <a:ext cx="11266335" cy="4968000"/>
          </a:xfrm>
        </p:spPr>
        <p:txBody>
          <a:bodyPr/>
          <a:lstStyle/>
          <a:p>
            <a:pPr marL="45720" indent="0">
              <a:buNone/>
            </a:pPr>
            <a:r>
              <a:rPr lang="ja-JP" altLang="en-US" dirty="0"/>
              <a:t>スロットの演出</a:t>
            </a:r>
            <a:r>
              <a:rPr lang="en-US" altLang="ja-JP" dirty="0"/>
              <a:t>#1</a:t>
            </a:r>
          </a:p>
          <a:p>
            <a:pPr marL="45720" indent="0">
              <a:buNone/>
            </a:pPr>
            <a:r>
              <a:rPr lang="ja-JP" altLang="en-US" dirty="0"/>
              <a:t>スロットが動いているかのようにランダムな数字をキー入力がされるまで出力させるようにしました。</a:t>
            </a:r>
            <a:endParaRPr lang="en-US" altLang="ja-JP" dirty="0"/>
          </a:p>
          <a:p>
            <a:pPr marL="45720" indent="0">
              <a:buNone/>
            </a:pPr>
            <a:r>
              <a:rPr lang="en-US" altLang="ja-JP" sz="2400" dirty="0" err="1"/>
              <a:t>For×rand</a:t>
            </a:r>
            <a:endParaRPr lang="en-US" altLang="ja-JP" sz="2400" dirty="0"/>
          </a:p>
          <a:p>
            <a:pPr marL="45720" indent="0">
              <a:buNone/>
            </a:pPr>
            <a:r>
              <a:rPr lang="en-US" altLang="ja-JP" sz="2400" dirty="0" err="1"/>
              <a:t>fflush</a:t>
            </a:r>
            <a:r>
              <a:rPr lang="en-US" altLang="ja-JP" sz="2400" dirty="0"/>
              <a:t>(</a:t>
            </a:r>
            <a:r>
              <a:rPr lang="ja-JP" altLang="en-US" sz="2400" dirty="0"/>
              <a:t>出力バッファ強制表示</a:t>
            </a:r>
            <a:r>
              <a:rPr lang="en-US" altLang="ja-JP" sz="2400" dirty="0"/>
              <a:t>)</a:t>
            </a:r>
          </a:p>
          <a:p>
            <a:pPr marL="45720" indent="0">
              <a:buNone/>
            </a:pPr>
            <a:r>
              <a:rPr lang="en-US" altLang="ja-JP" sz="2400" dirty="0"/>
              <a:t>Sleep(</a:t>
            </a:r>
            <a:r>
              <a:rPr lang="ja-JP" altLang="en-US" sz="2400" dirty="0"/>
              <a:t>ミリ秒待機</a:t>
            </a:r>
            <a:r>
              <a:rPr lang="en-US" altLang="ja-JP" sz="2400" dirty="0"/>
              <a:t>)</a:t>
            </a:r>
          </a:p>
          <a:p>
            <a:pPr marL="45720" indent="0">
              <a:buNone/>
            </a:pPr>
            <a:r>
              <a:rPr lang="ja-JP" altLang="en-US" sz="2400" dirty="0"/>
              <a:t>によって動いているかのような表示を</a:t>
            </a:r>
            <a:endParaRPr lang="en-US" altLang="ja-JP" sz="2400" dirty="0"/>
          </a:p>
          <a:p>
            <a:pPr marL="45720" indent="0">
              <a:buNone/>
            </a:pPr>
            <a:r>
              <a:rPr lang="ja-JP" altLang="en-US" sz="2400" dirty="0"/>
              <a:t>実現しています。</a:t>
            </a:r>
            <a:endParaRPr lang="en-US" altLang="ja-JP" sz="2400" dirty="0"/>
          </a:p>
          <a:p>
            <a:pPr marL="45720" indent="0">
              <a:buNone/>
            </a:pPr>
            <a:endParaRPr lang="en-US" altLang="ja-JP" dirty="0"/>
          </a:p>
          <a:p>
            <a:pPr marL="45720" indent="0">
              <a:buNone/>
            </a:pPr>
            <a:endParaRPr lang="en-US" altLang="ja-JP" dirty="0"/>
          </a:p>
          <a:p>
            <a:pPr marL="45720" indent="0">
              <a:buNone/>
            </a:pPr>
            <a:endParaRPr lang="en-US" altLang="ja-JP" dirty="0"/>
          </a:p>
          <a:p>
            <a:pPr marL="45720" indent="0">
              <a:buNone/>
            </a:pPr>
            <a:endParaRPr kumimoji="1" lang="ja-JP" altLang="en-US" sz="20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5ABD86C-8F2F-24CD-71EF-84590B606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042" y="2726441"/>
            <a:ext cx="7076450" cy="358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762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A8ACB-8CC7-A852-4AD1-2A9493001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14B0CC-CE5F-ACB7-A423-AADEA7FD7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工夫したところ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A960224D-AF68-89BE-B994-D5CE658B8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831" y="1486225"/>
            <a:ext cx="11266335" cy="4968000"/>
          </a:xfrm>
        </p:spPr>
        <p:txBody>
          <a:bodyPr/>
          <a:lstStyle/>
          <a:p>
            <a:pPr marL="45720" indent="0">
              <a:buNone/>
            </a:pPr>
            <a:r>
              <a:rPr lang="ja-JP" altLang="en-US" dirty="0"/>
              <a:t>スロットの演出</a:t>
            </a:r>
            <a:r>
              <a:rPr lang="en-US" altLang="ja-JP" dirty="0"/>
              <a:t>#2</a:t>
            </a:r>
          </a:p>
          <a:p>
            <a:pPr marL="45720" indent="0">
              <a:buNone/>
            </a:pPr>
            <a:r>
              <a:rPr lang="ja-JP" altLang="en-US" dirty="0"/>
              <a:t>揃った時に表示として分かりやすいようにしました。</a:t>
            </a:r>
            <a:endParaRPr lang="en-US" altLang="ja-JP" dirty="0"/>
          </a:p>
          <a:p>
            <a:pPr marL="45720" indent="0">
              <a:buNone/>
            </a:pPr>
            <a:r>
              <a:rPr lang="ja-JP" altLang="en-US" sz="2400" dirty="0"/>
              <a:t>①</a:t>
            </a:r>
            <a:r>
              <a:rPr lang="en-US" altLang="ja-JP" sz="2400" dirty="0"/>
              <a:t>[7m </a:t>
            </a:r>
            <a:r>
              <a:rPr lang="ja-JP" altLang="en-US" sz="2400" dirty="0"/>
              <a:t>反転表示</a:t>
            </a:r>
            <a:r>
              <a:rPr lang="en-US" altLang="ja-JP" sz="2400" dirty="0"/>
              <a:t>(</a:t>
            </a:r>
            <a:r>
              <a:rPr lang="ja-JP" altLang="en-US" sz="2400" dirty="0"/>
              <a:t>文字の色と背景色の入れ替え</a:t>
            </a:r>
            <a:r>
              <a:rPr lang="en-US" altLang="ja-JP" sz="2400" dirty="0"/>
              <a:t>)</a:t>
            </a:r>
            <a:r>
              <a:rPr lang="ja-JP" altLang="en-US" sz="2400" dirty="0"/>
              <a:t>を揃っている箇所だけ表示</a:t>
            </a:r>
            <a:endParaRPr lang="en-US" altLang="ja-JP" sz="2400" dirty="0"/>
          </a:p>
          <a:p>
            <a:pPr marL="45720" indent="0">
              <a:buNone/>
            </a:pPr>
            <a:r>
              <a:rPr lang="ja-JP" altLang="en-US" sz="2400" dirty="0"/>
              <a:t>②通常表示</a:t>
            </a:r>
            <a:endParaRPr lang="en-US" altLang="ja-JP" sz="2400" dirty="0"/>
          </a:p>
          <a:p>
            <a:pPr marL="45720" indent="0">
              <a:buNone/>
            </a:pPr>
            <a:endParaRPr lang="en-US" altLang="ja-JP" sz="2400" dirty="0"/>
          </a:p>
          <a:p>
            <a:pPr marL="45720" indent="0">
              <a:buNone/>
            </a:pPr>
            <a:r>
              <a:rPr lang="ja-JP" altLang="en-US" sz="2400" dirty="0"/>
              <a:t>③　</a:t>
            </a:r>
            <a:r>
              <a:rPr lang="en-US" altLang="ja-JP" sz="2400" dirty="0"/>
              <a:t>for</a:t>
            </a:r>
            <a:r>
              <a:rPr lang="ja-JP" altLang="en-US" sz="2400" dirty="0"/>
              <a:t>文で</a:t>
            </a:r>
            <a:r>
              <a:rPr lang="en-US" altLang="ja-JP" sz="2400" dirty="0"/>
              <a:t>1.2</a:t>
            </a:r>
            <a:r>
              <a:rPr lang="ja-JP" altLang="en-US" sz="2400" dirty="0"/>
              <a:t>を</a:t>
            </a:r>
            <a:endParaRPr lang="en-US" altLang="ja-JP" sz="2400" dirty="0"/>
          </a:p>
          <a:p>
            <a:pPr marL="45720" indent="0">
              <a:buNone/>
            </a:pPr>
            <a:r>
              <a:rPr lang="en-US" altLang="ja-JP" sz="2400" dirty="0"/>
              <a:t>3</a:t>
            </a:r>
            <a:r>
              <a:rPr lang="ja-JP" altLang="en-US" sz="2400" dirty="0"/>
              <a:t>回繰り返すというアルゴリズムです</a:t>
            </a:r>
            <a:endParaRPr lang="en-US" altLang="ja-JP" sz="2400" dirty="0"/>
          </a:p>
          <a:p>
            <a:pPr marL="45720" indent="0">
              <a:buNone/>
            </a:pPr>
            <a:endParaRPr lang="en-US" altLang="ja-JP" dirty="0"/>
          </a:p>
          <a:p>
            <a:pPr marL="45720" indent="0">
              <a:buNone/>
            </a:pPr>
            <a:endParaRPr lang="en-US" altLang="ja-JP" dirty="0"/>
          </a:p>
          <a:p>
            <a:pPr marL="45720" indent="0">
              <a:buNone/>
            </a:pPr>
            <a:endParaRPr lang="en-US" altLang="ja-JP" dirty="0"/>
          </a:p>
          <a:p>
            <a:pPr marL="45720" indent="0">
              <a:buNone/>
            </a:pPr>
            <a:endParaRPr kumimoji="1" lang="ja-JP" altLang="en-US" sz="20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1E5B07B-53AB-6938-D198-E1B6F70F5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480" y="3429000"/>
            <a:ext cx="5880920" cy="270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91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CC35C9-EAC3-6592-EA21-77466EB9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苦労したところ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26CDD0-B004-77B9-28AB-5CF722881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831" y="1486225"/>
            <a:ext cx="11266335" cy="4968000"/>
          </a:xfrm>
        </p:spPr>
        <p:txBody>
          <a:bodyPr/>
          <a:lstStyle/>
          <a:p>
            <a:r>
              <a:rPr kumimoji="1" lang="ja-JP" altLang="en-US" dirty="0"/>
              <a:t>ワイルドカードを含めた途端に条件出し、数値判定のコードに苦労しました</a:t>
            </a:r>
            <a:endParaRPr kumimoji="1" lang="en-US" altLang="ja-JP" dirty="0"/>
          </a:p>
          <a:p>
            <a:pPr marL="45720" indent="0">
              <a:buNone/>
            </a:pPr>
            <a:r>
              <a:rPr kumimoji="1" lang="ja-JP" altLang="en-US" dirty="0"/>
              <a:t>自作関数を作り直しながら、以下の条件でまとめました。</a:t>
            </a:r>
            <a:endParaRPr lang="en-US" altLang="ja-JP" dirty="0"/>
          </a:p>
          <a:p>
            <a:pPr marL="45720" indent="0">
              <a:buNone/>
            </a:pPr>
            <a:r>
              <a:rPr kumimoji="1" lang="en-US" altLang="ja-JP" dirty="0"/>
              <a:t>If </a:t>
            </a:r>
            <a:r>
              <a:rPr kumimoji="1" lang="ja-JP" altLang="en-US" dirty="0"/>
              <a:t>全てがワイルドカード 　</a:t>
            </a:r>
            <a:r>
              <a:rPr lang="ja-JP" altLang="en-US" dirty="0"/>
              <a:t>無条件で返す</a:t>
            </a:r>
            <a:endParaRPr kumimoji="1" lang="en-US" altLang="ja-JP" dirty="0"/>
          </a:p>
          <a:p>
            <a:pPr marL="45720" indent="0">
              <a:buNone/>
            </a:pPr>
            <a:r>
              <a:rPr lang="en-US" altLang="ja-JP" dirty="0"/>
              <a:t>If 2</a:t>
            </a:r>
            <a:r>
              <a:rPr lang="ja-JP" altLang="en-US" dirty="0"/>
              <a:t>つがワイルドカード</a:t>
            </a:r>
            <a:r>
              <a:rPr lang="en-US" altLang="ja-JP" dirty="0"/>
              <a:t> 2</a:t>
            </a:r>
            <a:r>
              <a:rPr lang="ja-JP" altLang="en-US" dirty="0"/>
              <a:t>つ以外の</a:t>
            </a:r>
            <a:r>
              <a:rPr lang="en-US" altLang="ja-JP" dirty="0"/>
              <a:t>1</a:t>
            </a:r>
            <a:r>
              <a:rPr lang="ja-JP" altLang="en-US" dirty="0"/>
              <a:t>つを特定する</a:t>
            </a:r>
            <a:endParaRPr lang="en-US" altLang="ja-JP" dirty="0"/>
          </a:p>
          <a:p>
            <a:pPr marL="45720" indent="0">
              <a:buNone/>
            </a:pPr>
            <a:r>
              <a:rPr lang="en-US" altLang="ja-JP" dirty="0"/>
              <a:t>If 1</a:t>
            </a:r>
            <a:r>
              <a:rPr lang="ja-JP" altLang="en-US" dirty="0"/>
              <a:t>つがワイルドカード　他</a:t>
            </a:r>
            <a:r>
              <a:rPr lang="en-US" altLang="ja-JP" dirty="0"/>
              <a:t>2</a:t>
            </a:r>
            <a:r>
              <a:rPr lang="ja-JP" altLang="en-US" dirty="0"/>
              <a:t>つが同じなら、それのどちらかを特定する</a:t>
            </a:r>
            <a:endParaRPr lang="en-US" altLang="ja-JP" dirty="0"/>
          </a:p>
          <a:p>
            <a:pPr marL="45720" indent="0">
              <a:buNone/>
            </a:pPr>
            <a:r>
              <a:rPr lang="ja-JP" altLang="en-US" dirty="0"/>
              <a:t>ワイルドカードがなくて揃っている場合、</a:t>
            </a:r>
            <a:r>
              <a:rPr lang="en-US" altLang="ja-JP" dirty="0"/>
              <a:t>1</a:t>
            </a:r>
            <a:r>
              <a:rPr lang="ja-JP" altLang="en-US" dirty="0"/>
              <a:t>つを特定する</a:t>
            </a:r>
            <a:endParaRPr lang="en-US" altLang="ja-JP" dirty="0"/>
          </a:p>
          <a:p>
            <a:pPr marL="45720" indent="0">
              <a:buNone/>
            </a:pPr>
            <a:r>
              <a:rPr kumimoji="1" lang="ja-JP" altLang="en-US" dirty="0"/>
              <a:t>どれにも当てはまらない場合は</a:t>
            </a:r>
            <a:r>
              <a:rPr kumimoji="1" lang="en-US" altLang="ja-JP" dirty="0"/>
              <a:t>0</a:t>
            </a:r>
            <a:r>
              <a:rPr kumimoji="1" lang="ja-JP" altLang="en-US" dirty="0"/>
              <a:t>を返す</a:t>
            </a:r>
          </a:p>
        </p:txBody>
      </p:sp>
    </p:spTree>
    <p:extLst>
      <p:ext uri="{BB962C8B-B14F-4D97-AF65-F5344CB8AC3E}">
        <p14:creationId xmlns:p14="http://schemas.microsoft.com/office/powerpoint/2010/main" val="985848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4B6B4-E8B8-4A75-5840-CB9D2A035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9A1D2B-8E3F-2FE3-32AF-431CCBB3A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苦労したところ</a:t>
            </a:r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9DFEE389-080F-2FB0-2FA3-D9509C51F8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9326" y="1354721"/>
            <a:ext cx="5260090" cy="496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31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EE1F4-68D5-8B8F-4054-78A24292F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9A9A01-CB02-D681-C8BC-10F5595E8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苦労したところ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7D38A6-45F2-6C1E-41B0-57D863232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831" y="1486225"/>
            <a:ext cx="11266335" cy="4968000"/>
          </a:xfrm>
        </p:spPr>
        <p:txBody>
          <a:bodyPr/>
          <a:lstStyle/>
          <a:p>
            <a:r>
              <a:rPr lang="ja-JP" altLang="en-US" dirty="0"/>
              <a:t>カーソルの位置調整の影響か、スロット表示箇所に残ったバッファ情報によって揃った時と、初回画面で数値が変わる不具合が発生</a:t>
            </a:r>
            <a:endParaRPr lang="en-US" altLang="ja-JP" dirty="0"/>
          </a:p>
          <a:p>
            <a:pPr marL="45720" indent="0">
              <a:buNone/>
            </a:pPr>
            <a:r>
              <a:rPr lang="ja-JP" altLang="en-US" dirty="0"/>
              <a:t>（記号</a:t>
            </a:r>
            <a:r>
              <a:rPr lang="en-US" altLang="ja-JP" dirty="0"/>
              <a:t>3</a:t>
            </a:r>
            <a:r>
              <a:rPr lang="ja-JP" altLang="en-US" dirty="0"/>
              <a:t>バイトに対して、数値</a:t>
            </a:r>
            <a:r>
              <a:rPr lang="en-US" altLang="ja-JP" dirty="0"/>
              <a:t>2</a:t>
            </a:r>
            <a:r>
              <a:rPr lang="ja-JP" altLang="en-US" dirty="0"/>
              <a:t>バイトのため？）</a:t>
            </a:r>
            <a:endParaRPr lang="en-US" altLang="ja-JP" dirty="0"/>
          </a:p>
          <a:p>
            <a:r>
              <a:rPr lang="ja-JP" altLang="en-US" dirty="0"/>
              <a:t>定期的にスペースでバッファをクリアするようにした</a:t>
            </a:r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98E07B6-3145-1818-422A-7D6F10E8C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16" y="3970225"/>
            <a:ext cx="10941163" cy="207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057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274B1-BD54-70E9-96AE-0E7E35C25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FDAE8A-C875-FC28-1B97-1E2358E77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苦労したところ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282D68-3624-964F-664D-8C7601502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831" y="1486225"/>
            <a:ext cx="11266335" cy="4968000"/>
          </a:xfrm>
        </p:spPr>
        <p:txBody>
          <a:bodyPr/>
          <a:lstStyle/>
          <a:p>
            <a:r>
              <a:rPr lang="ja-JP" altLang="en-US" dirty="0"/>
              <a:t>修正したい箇所が発生した際に自作関数を作ってなかった為、同じような修正</a:t>
            </a:r>
            <a:r>
              <a:rPr lang="en-US" altLang="ja-JP" dirty="0"/>
              <a:t>(</a:t>
            </a:r>
            <a:r>
              <a:rPr lang="ja-JP" altLang="en-US" dirty="0"/>
              <a:t>修正漏れ、工数増</a:t>
            </a:r>
            <a:r>
              <a:rPr lang="en-US" altLang="ja-JP" dirty="0"/>
              <a:t>)</a:t>
            </a:r>
            <a:r>
              <a:rPr lang="ja-JP" altLang="en-US" dirty="0"/>
              <a:t>に苦労した。</a:t>
            </a:r>
            <a:endParaRPr lang="en-US" altLang="ja-JP" dirty="0"/>
          </a:p>
          <a:p>
            <a:r>
              <a:rPr kumimoji="1" lang="ja-JP" altLang="en-US" dirty="0"/>
              <a:t>以下の</a:t>
            </a:r>
            <a:r>
              <a:rPr kumimoji="1" lang="en-US" altLang="ja-JP" dirty="0"/>
              <a:t>2</a:t>
            </a:r>
            <a:r>
              <a:rPr kumimoji="1" lang="ja-JP" altLang="en-US" dirty="0"/>
              <a:t>つは多用したため、早めに関数化しておいた方が良かった</a:t>
            </a:r>
            <a:endParaRPr kumimoji="1" lang="en-US" altLang="ja-JP" dirty="0"/>
          </a:p>
          <a:p>
            <a:pPr marL="45720" indent="0">
              <a:buNone/>
            </a:pPr>
            <a:r>
              <a:rPr lang="ja-JP" altLang="en-US" sz="2400" dirty="0"/>
              <a:t>揃った種類を判定して、</a:t>
            </a:r>
            <a:r>
              <a:rPr lang="en-US" altLang="ja-JP" sz="2400" dirty="0"/>
              <a:t>line1</a:t>
            </a:r>
            <a:r>
              <a:rPr lang="ja-JP" altLang="en-US" sz="2400" dirty="0"/>
              <a:t>～</a:t>
            </a:r>
            <a:r>
              <a:rPr lang="en-US" altLang="ja-JP" sz="2400" dirty="0"/>
              <a:t>5</a:t>
            </a:r>
            <a:r>
              <a:rPr lang="ja-JP" altLang="en-US" sz="2400" dirty="0"/>
              <a:t>に足す</a:t>
            </a:r>
            <a:r>
              <a:rPr lang="en-US" altLang="ja-JP" sz="2400" dirty="0"/>
              <a:t>	</a:t>
            </a:r>
            <a:r>
              <a:rPr lang="ja-JP" altLang="en-US" sz="2400" dirty="0"/>
              <a:t>　　スロット表示部分のクリアと表示</a:t>
            </a:r>
            <a:endParaRPr kumimoji="1" lang="en-US" altLang="ja-JP" sz="2400" dirty="0"/>
          </a:p>
          <a:p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2882398-EFDD-7A75-3DF0-4396ABC63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751" y="3637661"/>
            <a:ext cx="3624878" cy="2774597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F9EB8D09-0E9A-28D9-8694-4BA18CEE2C47}"/>
              </a:ext>
            </a:extLst>
          </p:cNvPr>
          <p:cNvGrpSpPr/>
          <p:nvPr/>
        </p:nvGrpSpPr>
        <p:grpSpPr>
          <a:xfrm>
            <a:off x="569881" y="3678346"/>
            <a:ext cx="5163261" cy="2693229"/>
            <a:chOff x="569881" y="3678346"/>
            <a:chExt cx="5163261" cy="2693229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AF3D0952-A41D-054B-FB6B-9F0C6F473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9881" y="3678346"/>
              <a:ext cx="5163261" cy="2693229"/>
            </a:xfrm>
            <a:prstGeom prst="rect">
              <a:avLst/>
            </a:prstGeom>
          </p:spPr>
        </p:pic>
        <p:sp>
          <p:nvSpPr>
            <p:cNvPr id="9" name="減算記号 8">
              <a:extLst>
                <a:ext uri="{FF2B5EF4-FFF2-40B4-BE49-F238E27FC236}">
                  <a16:creationId xmlns:a16="http://schemas.microsoft.com/office/drawing/2014/main" id="{F8FB0408-E620-0C78-0ECA-353794FBA4BC}"/>
                </a:ext>
              </a:extLst>
            </p:cNvPr>
            <p:cNvSpPr/>
            <p:nvPr/>
          </p:nvSpPr>
          <p:spPr>
            <a:xfrm>
              <a:off x="569882" y="6008914"/>
              <a:ext cx="1723376" cy="45719"/>
            </a:xfrm>
            <a:prstGeom prst="mathMinus">
              <a:avLst/>
            </a:prstGeom>
            <a:solidFill>
              <a:schemeClr val="accent2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18243805"/>
      </p:ext>
    </p:extLst>
  </p:cSld>
  <p:clrMapOvr>
    <a:masterClrMapping/>
  </p:clrMapOvr>
</p:sld>
</file>

<file path=ppt/theme/theme1.xml><?xml version="1.0" encoding="utf-8"?>
<a:theme xmlns:a="http://schemas.openxmlformats.org/drawingml/2006/main" name="基礎">
  <a:themeElements>
    <a:clrScheme name="基礎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基礎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基礎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79c9884-9f87-46e9-8734-e41ba299c871">
      <Terms xmlns="http://schemas.microsoft.com/office/infopath/2007/PartnerControls"/>
    </lcf76f155ced4ddcb4097134ff3c332f>
    <TaxCatchAll xmlns="a8d27962-ae3c-498b-821e-ab9ccc45cc3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386EBFB4DA10D4AB935118A5D34B4DC" ma:contentTypeVersion="15" ma:contentTypeDescription="新しいドキュメントを作成します。" ma:contentTypeScope="" ma:versionID="984fc1df01f91683e6ede8f448b5807c">
  <xsd:schema xmlns:xsd="http://www.w3.org/2001/XMLSchema" xmlns:xs="http://www.w3.org/2001/XMLSchema" xmlns:p="http://schemas.microsoft.com/office/2006/metadata/properties" xmlns:ns2="a8d27962-ae3c-498b-821e-ab9ccc45cc39" xmlns:ns3="979c9884-9f87-46e9-8734-e41ba299c871" targetNamespace="http://schemas.microsoft.com/office/2006/metadata/properties" ma:root="true" ma:fieldsID="281dd37ba3277523013afa056dafe242" ns2:_="" ns3:_="">
    <xsd:import namespace="a8d27962-ae3c-498b-821e-ab9ccc45cc39"/>
    <xsd:import namespace="979c9884-9f87-46e9-8734-e41ba299c871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d27962-ae3c-498b-821e-ab9ccc45cc3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16dac972-50e7-4a22-aa6c-97c9d36becc7}" ma:internalName="TaxCatchAll" ma:showField="CatchAllData" ma:web="a8d27962-ae3c-498b-821e-ab9ccc45cc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9c9884-9f87-46e9-8734-e41ba299c8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ba4a8099-37ab-402b-b12c-ac1c93b130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5620A1-6476-4B64-836A-045ECBD39D17}">
  <ds:schemaRefs>
    <ds:schemaRef ds:uri="http://schemas.microsoft.com/office/2006/metadata/properties"/>
    <ds:schemaRef ds:uri="http://schemas.microsoft.com/office/infopath/2007/PartnerControls"/>
    <ds:schemaRef ds:uri="979c9884-9f87-46e9-8734-e41ba299c871"/>
    <ds:schemaRef ds:uri="a8d27962-ae3c-498b-821e-ab9ccc45cc39"/>
  </ds:schemaRefs>
</ds:datastoreItem>
</file>

<file path=customXml/itemProps2.xml><?xml version="1.0" encoding="utf-8"?>
<ds:datastoreItem xmlns:ds="http://schemas.openxmlformats.org/officeDocument/2006/customXml" ds:itemID="{E39044E3-549E-4340-BA62-2EC05C5CDF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d27962-ae3c-498b-821e-ab9ccc45cc39"/>
    <ds:schemaRef ds:uri="979c9884-9f87-46e9-8734-e41ba299c8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5AD0C59-D397-47C5-B403-A5BE513742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インテグラル</Template>
  <TotalTime>6896</TotalTime>
  <Words>1173</Words>
  <Application>Microsoft Office PowerPoint</Application>
  <PresentationFormat>ワイド画面</PresentationFormat>
  <Paragraphs>134</Paragraphs>
  <Slides>15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Meiryo UI</vt:lpstr>
      <vt:lpstr>游ゴシック</vt:lpstr>
      <vt:lpstr>Corbel</vt:lpstr>
      <vt:lpstr>基礎</vt:lpstr>
      <vt:lpstr>スロットゲーム</vt:lpstr>
      <vt:lpstr>仕様（ルール）※windowsのみ対応かも</vt:lpstr>
      <vt:lpstr>PowerPoint プレゼンテーション</vt:lpstr>
      <vt:lpstr>処理概要</vt:lpstr>
      <vt:lpstr>処理概要</vt:lpstr>
      <vt:lpstr>処理概要</vt:lpstr>
      <vt:lpstr>プロジェクト情報</vt:lpstr>
      <vt:lpstr>デモ</vt:lpstr>
      <vt:lpstr>工夫したところ</vt:lpstr>
      <vt:lpstr>工夫したところ</vt:lpstr>
      <vt:lpstr>工夫したところ</vt:lpstr>
      <vt:lpstr>苦労したところ</vt:lpstr>
      <vt:lpstr>苦労したところ</vt:lpstr>
      <vt:lpstr>苦労したところ</vt:lpstr>
      <vt:lpstr>苦労したところ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楢本　孝輔</dc:creator>
  <cp:lastModifiedBy>渡部 大貴 (Daiki Watanabe)</cp:lastModifiedBy>
  <cp:revision>27</cp:revision>
  <dcterms:created xsi:type="dcterms:W3CDTF">2025-04-17T03:49:29Z</dcterms:created>
  <dcterms:modified xsi:type="dcterms:W3CDTF">2026-04-23T04:33:34Z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0x0101005386EBFB4DA10D4AB935118A5D34B4DC</vt:lpwstr>
  </property>
</Properties>
</file>